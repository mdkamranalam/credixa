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8" r:id="rId4"/>
    <p:sldMasterId id="214748367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Lst>
  <p:sldSz cy="5143500" cx="9144000"/>
  <p:notesSz cx="6858000" cy="9144000"/>
  <p:embeddedFontLst>
    <p:embeddedFont>
      <p:font typeface="Play"/>
      <p:regular r:id="rId17"/>
      <p:bold r:id="rId18"/>
    </p:embeddedFont>
    <p:embeddedFont>
      <p:font typeface="Arial Narrow"/>
      <p:regular r:id="rId19"/>
      <p:bold r:id="rId20"/>
      <p:italic r:id="rId21"/>
      <p:boldItalic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ArialNarrow-bold.fntdata"/><Relationship Id="rId11" Type="http://schemas.openxmlformats.org/officeDocument/2006/relationships/slide" Target="slides/slide5.xml"/><Relationship Id="rId22" Type="http://schemas.openxmlformats.org/officeDocument/2006/relationships/font" Target="fonts/ArialNarrow-boldItalic.fntdata"/><Relationship Id="rId10" Type="http://schemas.openxmlformats.org/officeDocument/2006/relationships/slide" Target="slides/slide4.xml"/><Relationship Id="rId21" Type="http://schemas.openxmlformats.org/officeDocument/2006/relationships/font" Target="fonts/ArialNarrow-italic.fntdata"/><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font" Target="fonts/Play-regular.fntdata"/><Relationship Id="rId16" Type="http://schemas.openxmlformats.org/officeDocument/2006/relationships/slide" Target="slides/slide10.xml"/><Relationship Id="rId5" Type="http://schemas.openxmlformats.org/officeDocument/2006/relationships/slideMaster" Target="slideMasters/slideMaster2.xml"/><Relationship Id="rId19" Type="http://schemas.openxmlformats.org/officeDocument/2006/relationships/font" Target="fonts/ArialNarrow-regular.fntdata"/><Relationship Id="rId6" Type="http://schemas.openxmlformats.org/officeDocument/2006/relationships/notesMaster" Target="notesMasters/notesMaster1.xml"/><Relationship Id="rId18" Type="http://schemas.openxmlformats.org/officeDocument/2006/relationships/font" Target="fonts/Play-bold.fntdata"/><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f983d48d2d_2_76: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g3f983d48d2d_2_7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f983d48d2d_2_86: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g3f983d48d2d_2_8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f983d48d2d_0_5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3f983d48d2d_0_5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3f983d48d2d_0_8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3f983d48d2d_0_8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3f983d48d2d_0_11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3f983d48d2d_0_11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3f983d48d2d_0_14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3" name="Google Shape;263;g3f983d48d2d_0_14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3f983d48d2d_0_17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9" name="Google Shape;289;g3f983d48d2d_0_17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3f983d48d2d_0_20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3" name="Google Shape;313;g3f983d48d2d_0_20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g3f983d48d2d_0_23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4" name="Google Shape;334;g3f983d48d2d_0_23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3f983d48d2d_0_26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9" name="Google Shape;359;g3f983d48d2d_0_26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image" Target="../media/image3.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2"/>
          <p:cNvSpPr txBox="1"/>
          <p:nvPr>
            <p:ph type="ctrTitle"/>
          </p:nvPr>
        </p:nvSpPr>
        <p:spPr>
          <a:xfrm>
            <a:off x="1143000" y="841772"/>
            <a:ext cx="6858000" cy="17907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4500"/>
              <a:buFont typeface="Play"/>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2"/>
          <p:cNvSpPr txBox="1"/>
          <p:nvPr>
            <p:ph idx="1" type="subTitle"/>
          </p:nvPr>
        </p:nvSpPr>
        <p:spPr>
          <a:xfrm>
            <a:off x="1143000" y="2701528"/>
            <a:ext cx="6858000" cy="1241821"/>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p:txBody>
      </p:sp>
      <p:sp>
        <p:nvSpPr>
          <p:cNvPr id="14" name="Google Shape;14;p2"/>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2"/>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2"/>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pic>
        <p:nvPicPr>
          <p:cNvPr id="17" name="Google Shape;17;p2"/>
          <p:cNvPicPr preferRelativeResize="0"/>
          <p:nvPr/>
        </p:nvPicPr>
        <p:blipFill rotWithShape="1">
          <a:blip r:embed="rId2">
            <a:alphaModFix/>
          </a:blip>
          <a:srcRect b="0" l="0" r="0" t="0"/>
          <a:stretch/>
        </p:blipFill>
        <p:spPr>
          <a:xfrm>
            <a:off x="-2" y="4849586"/>
            <a:ext cx="9153000" cy="8100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8" name="Shape 18"/>
        <p:cNvGrpSpPr/>
        <p:nvPr/>
      </p:nvGrpSpPr>
      <p:grpSpPr>
        <a:xfrm>
          <a:off x="0" y="0"/>
          <a:ext cx="0" cy="0"/>
          <a:chOff x="0" y="0"/>
          <a:chExt cx="0" cy="0"/>
        </a:xfrm>
      </p:grpSpPr>
      <p:sp>
        <p:nvSpPr>
          <p:cNvPr id="19" name="Google Shape;19;p3"/>
          <p:cNvSpPr txBox="1"/>
          <p:nvPr>
            <p:ph type="title"/>
          </p:nvPr>
        </p:nvSpPr>
        <p:spPr>
          <a:xfrm>
            <a:off x="331470" y="262415"/>
            <a:ext cx="6995160" cy="697999"/>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3300"/>
              <a:buFont typeface="Arial Narrow"/>
              <a:buNone/>
              <a:defRPr b="1" i="0">
                <a:latin typeface="Arial Narrow"/>
                <a:ea typeface="Arial Narrow"/>
                <a:cs typeface="Arial Narrow"/>
                <a:sym typeface="Arial Narrow"/>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 name="Google Shape;20;p3"/>
          <p:cNvSpPr txBox="1"/>
          <p:nvPr>
            <p:ph idx="1" type="body"/>
          </p:nvPr>
        </p:nvSpPr>
        <p:spPr>
          <a:xfrm>
            <a:off x="400050" y="1369219"/>
            <a:ext cx="8492490" cy="326350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sz="1800"/>
            </a:lvl1pPr>
            <a:lvl2pPr indent="-323850" lvl="1" marL="914400" algn="l">
              <a:lnSpc>
                <a:spcPct val="90000"/>
              </a:lnSpc>
              <a:spcBef>
                <a:spcPts val="375"/>
              </a:spcBef>
              <a:spcAft>
                <a:spcPts val="0"/>
              </a:spcAft>
              <a:buClr>
                <a:schemeClr val="dk1"/>
              </a:buClr>
              <a:buSzPts val="1500"/>
              <a:buChar char="•"/>
              <a:defRPr sz="1500"/>
            </a:lvl2pPr>
            <a:lvl3pPr indent="-314325" lvl="2" marL="1371600" algn="l">
              <a:lnSpc>
                <a:spcPct val="90000"/>
              </a:lnSpc>
              <a:spcBef>
                <a:spcPts val="375"/>
              </a:spcBef>
              <a:spcAft>
                <a:spcPts val="0"/>
              </a:spcAft>
              <a:buClr>
                <a:schemeClr val="dk1"/>
              </a:buClr>
              <a:buSzPts val="1350"/>
              <a:buChar char="•"/>
              <a:defRPr sz="1350"/>
            </a:lvl3pPr>
            <a:lvl4pPr indent="-304800" lvl="3" marL="1828800" algn="l">
              <a:lnSpc>
                <a:spcPct val="90000"/>
              </a:lnSpc>
              <a:spcBef>
                <a:spcPts val="375"/>
              </a:spcBef>
              <a:spcAft>
                <a:spcPts val="0"/>
              </a:spcAft>
              <a:buClr>
                <a:schemeClr val="dk1"/>
              </a:buClr>
              <a:buSzPts val="1200"/>
              <a:buChar char="•"/>
              <a:defRPr sz="1200"/>
            </a:lvl4pPr>
            <a:lvl5pPr indent="-304800" lvl="4" marL="2286000" algn="l">
              <a:lnSpc>
                <a:spcPct val="90000"/>
              </a:lnSpc>
              <a:spcBef>
                <a:spcPts val="375"/>
              </a:spcBef>
              <a:spcAft>
                <a:spcPts val="0"/>
              </a:spcAft>
              <a:buClr>
                <a:schemeClr val="dk1"/>
              </a:buClr>
              <a:buSzPts val="1200"/>
              <a:buChar char="•"/>
              <a:defRPr sz="1200"/>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pic>
        <p:nvPicPr>
          <p:cNvPr id="21" name="Google Shape;21;p3"/>
          <p:cNvPicPr preferRelativeResize="0"/>
          <p:nvPr/>
        </p:nvPicPr>
        <p:blipFill rotWithShape="1">
          <a:blip r:embed="rId2">
            <a:alphaModFix/>
          </a:blip>
          <a:srcRect b="0" l="0" r="0" t="0"/>
          <a:stretch/>
        </p:blipFill>
        <p:spPr>
          <a:xfrm>
            <a:off x="-2" y="4849586"/>
            <a:ext cx="9153000" cy="81000"/>
          </a:xfrm>
          <a:prstGeom prst="rect">
            <a:avLst/>
          </a:prstGeom>
          <a:noFill/>
          <a:ln>
            <a:noFill/>
          </a:ln>
        </p:spPr>
      </p:pic>
      <p:pic>
        <p:nvPicPr>
          <p:cNvPr id="22" name="Google Shape;22;p3"/>
          <p:cNvPicPr preferRelativeResize="0"/>
          <p:nvPr/>
        </p:nvPicPr>
        <p:blipFill rotWithShape="1">
          <a:blip r:embed="rId3">
            <a:alphaModFix/>
          </a:blip>
          <a:srcRect b="0" l="0" r="0" t="0"/>
          <a:stretch/>
        </p:blipFill>
        <p:spPr>
          <a:xfrm>
            <a:off x="-2" y="971843"/>
            <a:ext cx="3348990" cy="77642"/>
          </a:xfrm>
          <a:prstGeom prst="rect">
            <a:avLst/>
          </a:prstGeom>
          <a:noFill/>
          <a:ln>
            <a:noFill/>
          </a:ln>
        </p:spPr>
      </p:pic>
      <p:pic>
        <p:nvPicPr>
          <p:cNvPr id="23" name="Google Shape;23;p3"/>
          <p:cNvPicPr preferRelativeResize="0"/>
          <p:nvPr/>
        </p:nvPicPr>
        <p:blipFill rotWithShape="1">
          <a:blip r:embed="rId4">
            <a:alphaModFix/>
          </a:blip>
          <a:srcRect b="0" l="0" r="0" t="0"/>
          <a:stretch/>
        </p:blipFill>
        <p:spPr>
          <a:xfrm>
            <a:off x="7559040" y="304463"/>
            <a:ext cx="1333500" cy="509588"/>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4" name="Shape 24"/>
        <p:cNvGrpSpPr/>
        <p:nvPr/>
      </p:nvGrpSpPr>
      <p:grpSpPr>
        <a:xfrm>
          <a:off x="0" y="0"/>
          <a:ext cx="0" cy="0"/>
          <a:chOff x="0" y="0"/>
          <a:chExt cx="0" cy="0"/>
        </a:xfrm>
      </p:grpSpPr>
      <p:sp>
        <p:nvSpPr>
          <p:cNvPr id="25" name="Google Shape;25;p4"/>
          <p:cNvSpPr txBox="1"/>
          <p:nvPr>
            <p:ph type="title"/>
          </p:nvPr>
        </p:nvSpPr>
        <p:spPr>
          <a:xfrm>
            <a:off x="623888" y="1282304"/>
            <a:ext cx="7886700" cy="2139553"/>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4500"/>
              <a:buFont typeface="Play"/>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 name="Google Shape;26;p4"/>
          <p:cNvSpPr txBox="1"/>
          <p:nvPr>
            <p:ph idx="1" type="body"/>
          </p:nvPr>
        </p:nvSpPr>
        <p:spPr>
          <a:xfrm>
            <a:off x="623888" y="3442098"/>
            <a:ext cx="7886700" cy="112514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rgbClr val="757575"/>
              </a:buClr>
              <a:buSzPts val="1800"/>
              <a:buNone/>
              <a:defRPr sz="1800">
                <a:solidFill>
                  <a:srgbClr val="757575"/>
                </a:solidFill>
              </a:defRPr>
            </a:lvl1pPr>
            <a:lvl2pPr indent="-228600" lvl="1" marL="914400" algn="l">
              <a:lnSpc>
                <a:spcPct val="90000"/>
              </a:lnSpc>
              <a:spcBef>
                <a:spcPts val="375"/>
              </a:spcBef>
              <a:spcAft>
                <a:spcPts val="0"/>
              </a:spcAft>
              <a:buClr>
                <a:srgbClr val="757575"/>
              </a:buClr>
              <a:buSzPts val="1500"/>
              <a:buNone/>
              <a:defRPr sz="1500">
                <a:solidFill>
                  <a:srgbClr val="757575"/>
                </a:solidFill>
              </a:defRPr>
            </a:lvl2pPr>
            <a:lvl3pPr indent="-228600" lvl="2" marL="1371600" algn="l">
              <a:lnSpc>
                <a:spcPct val="90000"/>
              </a:lnSpc>
              <a:spcBef>
                <a:spcPts val="375"/>
              </a:spcBef>
              <a:spcAft>
                <a:spcPts val="0"/>
              </a:spcAft>
              <a:buClr>
                <a:srgbClr val="757575"/>
              </a:buClr>
              <a:buSzPts val="1350"/>
              <a:buNone/>
              <a:defRPr sz="1350">
                <a:solidFill>
                  <a:srgbClr val="757575"/>
                </a:solidFill>
              </a:defRPr>
            </a:lvl3pPr>
            <a:lvl4pPr indent="-228600" lvl="3" marL="1828800" algn="l">
              <a:lnSpc>
                <a:spcPct val="90000"/>
              </a:lnSpc>
              <a:spcBef>
                <a:spcPts val="375"/>
              </a:spcBef>
              <a:spcAft>
                <a:spcPts val="0"/>
              </a:spcAft>
              <a:buClr>
                <a:srgbClr val="757575"/>
              </a:buClr>
              <a:buSzPts val="1200"/>
              <a:buNone/>
              <a:defRPr sz="1200">
                <a:solidFill>
                  <a:srgbClr val="757575"/>
                </a:solidFill>
              </a:defRPr>
            </a:lvl4pPr>
            <a:lvl5pPr indent="-228600" lvl="4" marL="2286000" algn="l">
              <a:lnSpc>
                <a:spcPct val="90000"/>
              </a:lnSpc>
              <a:spcBef>
                <a:spcPts val="375"/>
              </a:spcBef>
              <a:spcAft>
                <a:spcPts val="0"/>
              </a:spcAft>
              <a:buClr>
                <a:srgbClr val="757575"/>
              </a:buClr>
              <a:buSzPts val="1200"/>
              <a:buNone/>
              <a:defRPr sz="1200">
                <a:solidFill>
                  <a:srgbClr val="757575"/>
                </a:solidFill>
              </a:defRPr>
            </a:lvl5pPr>
            <a:lvl6pPr indent="-228600" lvl="5" marL="2743200" algn="l">
              <a:lnSpc>
                <a:spcPct val="90000"/>
              </a:lnSpc>
              <a:spcBef>
                <a:spcPts val="375"/>
              </a:spcBef>
              <a:spcAft>
                <a:spcPts val="0"/>
              </a:spcAft>
              <a:buClr>
                <a:srgbClr val="757575"/>
              </a:buClr>
              <a:buSzPts val="1200"/>
              <a:buNone/>
              <a:defRPr sz="1200">
                <a:solidFill>
                  <a:srgbClr val="757575"/>
                </a:solidFill>
              </a:defRPr>
            </a:lvl6pPr>
            <a:lvl7pPr indent="-228600" lvl="6" marL="3200400" algn="l">
              <a:lnSpc>
                <a:spcPct val="90000"/>
              </a:lnSpc>
              <a:spcBef>
                <a:spcPts val="375"/>
              </a:spcBef>
              <a:spcAft>
                <a:spcPts val="0"/>
              </a:spcAft>
              <a:buClr>
                <a:srgbClr val="757575"/>
              </a:buClr>
              <a:buSzPts val="1200"/>
              <a:buNone/>
              <a:defRPr sz="1200">
                <a:solidFill>
                  <a:srgbClr val="757575"/>
                </a:solidFill>
              </a:defRPr>
            </a:lvl7pPr>
            <a:lvl8pPr indent="-228600" lvl="7" marL="3657600" algn="l">
              <a:lnSpc>
                <a:spcPct val="90000"/>
              </a:lnSpc>
              <a:spcBef>
                <a:spcPts val="375"/>
              </a:spcBef>
              <a:spcAft>
                <a:spcPts val="0"/>
              </a:spcAft>
              <a:buClr>
                <a:srgbClr val="757575"/>
              </a:buClr>
              <a:buSzPts val="1200"/>
              <a:buNone/>
              <a:defRPr sz="1200">
                <a:solidFill>
                  <a:srgbClr val="757575"/>
                </a:solidFill>
              </a:defRPr>
            </a:lvl8pPr>
            <a:lvl9pPr indent="-228600" lvl="8" marL="4114800" algn="l">
              <a:lnSpc>
                <a:spcPct val="90000"/>
              </a:lnSpc>
              <a:spcBef>
                <a:spcPts val="375"/>
              </a:spcBef>
              <a:spcAft>
                <a:spcPts val="0"/>
              </a:spcAft>
              <a:buClr>
                <a:srgbClr val="757575"/>
              </a:buClr>
              <a:buSzPts val="1200"/>
              <a:buNone/>
              <a:defRPr sz="1200">
                <a:solidFill>
                  <a:srgbClr val="757575"/>
                </a:solidFill>
              </a:defRPr>
            </a:lvl9pPr>
          </a:lstStyle>
          <a:p/>
        </p:txBody>
      </p:sp>
      <p:sp>
        <p:nvSpPr>
          <p:cNvPr id="27" name="Google Shape;27;p4"/>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4"/>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4"/>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0" name="Shape 30"/>
        <p:cNvGrpSpPr/>
        <p:nvPr/>
      </p:nvGrpSpPr>
      <p:grpSpPr>
        <a:xfrm>
          <a:off x="0" y="0"/>
          <a:ext cx="0" cy="0"/>
          <a:chOff x="0" y="0"/>
          <a:chExt cx="0" cy="0"/>
        </a:xfrm>
      </p:grpSpPr>
      <p:sp>
        <p:nvSpPr>
          <p:cNvPr id="31" name="Google Shape;31;p5"/>
          <p:cNvSpPr txBox="1"/>
          <p:nvPr>
            <p:ph type="title"/>
          </p:nvPr>
        </p:nvSpPr>
        <p:spPr>
          <a:xfrm>
            <a:off x="628650" y="273845"/>
            <a:ext cx="7886700" cy="99417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 name="Google Shape;32;p5"/>
          <p:cNvSpPr txBox="1"/>
          <p:nvPr>
            <p:ph idx="1" type="body"/>
          </p:nvPr>
        </p:nvSpPr>
        <p:spPr>
          <a:xfrm>
            <a:off x="628650" y="1369219"/>
            <a:ext cx="3886200" cy="326350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33" name="Google Shape;33;p5"/>
          <p:cNvSpPr txBox="1"/>
          <p:nvPr>
            <p:ph idx="2" type="body"/>
          </p:nvPr>
        </p:nvSpPr>
        <p:spPr>
          <a:xfrm>
            <a:off x="4629150" y="1369219"/>
            <a:ext cx="3886200" cy="326350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34" name="Google Shape;34;p5"/>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5"/>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5"/>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7" name="Shape 37"/>
        <p:cNvGrpSpPr/>
        <p:nvPr/>
      </p:nvGrpSpPr>
      <p:grpSpPr>
        <a:xfrm>
          <a:off x="0" y="0"/>
          <a:ext cx="0" cy="0"/>
          <a:chOff x="0" y="0"/>
          <a:chExt cx="0" cy="0"/>
        </a:xfrm>
      </p:grpSpPr>
      <p:sp>
        <p:nvSpPr>
          <p:cNvPr id="38" name="Google Shape;38;p6"/>
          <p:cNvSpPr txBox="1"/>
          <p:nvPr>
            <p:ph type="title"/>
          </p:nvPr>
        </p:nvSpPr>
        <p:spPr>
          <a:xfrm>
            <a:off x="629841" y="273845"/>
            <a:ext cx="7886700" cy="99417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6"/>
          <p:cNvSpPr txBox="1"/>
          <p:nvPr>
            <p:ph idx="1" type="body"/>
          </p:nvPr>
        </p:nvSpPr>
        <p:spPr>
          <a:xfrm>
            <a:off x="629842" y="1260872"/>
            <a:ext cx="3868340" cy="617934"/>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800"/>
              <a:buNone/>
              <a:defRPr b="1" sz="1800"/>
            </a:lvl1pPr>
            <a:lvl2pPr indent="-228600" lvl="1" marL="914400" algn="l">
              <a:lnSpc>
                <a:spcPct val="90000"/>
              </a:lnSpc>
              <a:spcBef>
                <a:spcPts val="375"/>
              </a:spcBef>
              <a:spcAft>
                <a:spcPts val="0"/>
              </a:spcAft>
              <a:buClr>
                <a:schemeClr val="dk1"/>
              </a:buClr>
              <a:buSzPts val="1500"/>
              <a:buNone/>
              <a:defRPr b="1" sz="1500"/>
            </a:lvl2pPr>
            <a:lvl3pPr indent="-228600" lvl="2" marL="1371600" algn="l">
              <a:lnSpc>
                <a:spcPct val="90000"/>
              </a:lnSpc>
              <a:spcBef>
                <a:spcPts val="375"/>
              </a:spcBef>
              <a:spcAft>
                <a:spcPts val="0"/>
              </a:spcAft>
              <a:buClr>
                <a:schemeClr val="dk1"/>
              </a:buClr>
              <a:buSzPts val="1350"/>
              <a:buNone/>
              <a:defRPr b="1" sz="1350"/>
            </a:lvl3pPr>
            <a:lvl4pPr indent="-228600" lvl="3" marL="1828800" algn="l">
              <a:lnSpc>
                <a:spcPct val="90000"/>
              </a:lnSpc>
              <a:spcBef>
                <a:spcPts val="375"/>
              </a:spcBef>
              <a:spcAft>
                <a:spcPts val="0"/>
              </a:spcAft>
              <a:buClr>
                <a:schemeClr val="dk1"/>
              </a:buClr>
              <a:buSzPts val="1200"/>
              <a:buNone/>
              <a:defRPr b="1" sz="1200"/>
            </a:lvl4pPr>
            <a:lvl5pPr indent="-228600" lvl="4" marL="2286000" algn="l">
              <a:lnSpc>
                <a:spcPct val="90000"/>
              </a:lnSpc>
              <a:spcBef>
                <a:spcPts val="375"/>
              </a:spcBef>
              <a:spcAft>
                <a:spcPts val="0"/>
              </a:spcAft>
              <a:buClr>
                <a:schemeClr val="dk1"/>
              </a:buClr>
              <a:buSzPts val="1200"/>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9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40" name="Google Shape;40;p6"/>
          <p:cNvSpPr txBox="1"/>
          <p:nvPr>
            <p:ph idx="2" type="body"/>
          </p:nvPr>
        </p:nvSpPr>
        <p:spPr>
          <a:xfrm>
            <a:off x="629842" y="1878806"/>
            <a:ext cx="3868340" cy="2763441"/>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41" name="Google Shape;41;p6"/>
          <p:cNvSpPr txBox="1"/>
          <p:nvPr>
            <p:ph idx="3" type="body"/>
          </p:nvPr>
        </p:nvSpPr>
        <p:spPr>
          <a:xfrm>
            <a:off x="4629150" y="1260872"/>
            <a:ext cx="3887391" cy="617934"/>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800"/>
              <a:buNone/>
              <a:defRPr b="1" sz="1800"/>
            </a:lvl1pPr>
            <a:lvl2pPr indent="-228600" lvl="1" marL="914400" algn="l">
              <a:lnSpc>
                <a:spcPct val="90000"/>
              </a:lnSpc>
              <a:spcBef>
                <a:spcPts val="375"/>
              </a:spcBef>
              <a:spcAft>
                <a:spcPts val="0"/>
              </a:spcAft>
              <a:buClr>
                <a:schemeClr val="dk1"/>
              </a:buClr>
              <a:buSzPts val="1500"/>
              <a:buNone/>
              <a:defRPr b="1" sz="1500"/>
            </a:lvl2pPr>
            <a:lvl3pPr indent="-228600" lvl="2" marL="1371600" algn="l">
              <a:lnSpc>
                <a:spcPct val="90000"/>
              </a:lnSpc>
              <a:spcBef>
                <a:spcPts val="375"/>
              </a:spcBef>
              <a:spcAft>
                <a:spcPts val="0"/>
              </a:spcAft>
              <a:buClr>
                <a:schemeClr val="dk1"/>
              </a:buClr>
              <a:buSzPts val="1350"/>
              <a:buNone/>
              <a:defRPr b="1" sz="1350"/>
            </a:lvl3pPr>
            <a:lvl4pPr indent="-228600" lvl="3" marL="1828800" algn="l">
              <a:lnSpc>
                <a:spcPct val="90000"/>
              </a:lnSpc>
              <a:spcBef>
                <a:spcPts val="375"/>
              </a:spcBef>
              <a:spcAft>
                <a:spcPts val="0"/>
              </a:spcAft>
              <a:buClr>
                <a:schemeClr val="dk1"/>
              </a:buClr>
              <a:buSzPts val="1200"/>
              <a:buNone/>
              <a:defRPr b="1" sz="1200"/>
            </a:lvl4pPr>
            <a:lvl5pPr indent="-228600" lvl="4" marL="2286000" algn="l">
              <a:lnSpc>
                <a:spcPct val="90000"/>
              </a:lnSpc>
              <a:spcBef>
                <a:spcPts val="375"/>
              </a:spcBef>
              <a:spcAft>
                <a:spcPts val="0"/>
              </a:spcAft>
              <a:buClr>
                <a:schemeClr val="dk1"/>
              </a:buClr>
              <a:buSzPts val="1200"/>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9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42" name="Google Shape;42;p6"/>
          <p:cNvSpPr txBox="1"/>
          <p:nvPr>
            <p:ph idx="4" type="body"/>
          </p:nvPr>
        </p:nvSpPr>
        <p:spPr>
          <a:xfrm>
            <a:off x="4629150" y="1878806"/>
            <a:ext cx="3887391" cy="2763441"/>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43" name="Google Shape;43;p6"/>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6"/>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6"/>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6" name="Shape 46"/>
        <p:cNvGrpSpPr/>
        <p:nvPr/>
      </p:nvGrpSpPr>
      <p:grpSpPr>
        <a:xfrm>
          <a:off x="0" y="0"/>
          <a:ext cx="0" cy="0"/>
          <a:chOff x="0" y="0"/>
          <a:chExt cx="0" cy="0"/>
        </a:xfrm>
      </p:grpSpPr>
      <p:sp>
        <p:nvSpPr>
          <p:cNvPr id="47" name="Google Shape;47;p7"/>
          <p:cNvSpPr txBox="1"/>
          <p:nvPr>
            <p:ph type="title"/>
          </p:nvPr>
        </p:nvSpPr>
        <p:spPr>
          <a:xfrm>
            <a:off x="628650" y="273845"/>
            <a:ext cx="7886700" cy="99417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8" name="Google Shape;48;p7"/>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7"/>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7"/>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1" name="Shape 51"/>
        <p:cNvGrpSpPr/>
        <p:nvPr/>
      </p:nvGrpSpPr>
      <p:grpSpPr>
        <a:xfrm>
          <a:off x="0" y="0"/>
          <a:ext cx="0" cy="0"/>
          <a:chOff x="0" y="0"/>
          <a:chExt cx="0" cy="0"/>
        </a:xfrm>
      </p:grpSpPr>
      <p:sp>
        <p:nvSpPr>
          <p:cNvPr id="52" name="Google Shape;52;p8"/>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8"/>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5" name="Shape 55"/>
        <p:cNvGrpSpPr/>
        <p:nvPr/>
      </p:nvGrpSpPr>
      <p:grpSpPr>
        <a:xfrm>
          <a:off x="0" y="0"/>
          <a:ext cx="0" cy="0"/>
          <a:chOff x="0" y="0"/>
          <a:chExt cx="0" cy="0"/>
        </a:xfrm>
      </p:grpSpPr>
      <p:sp>
        <p:nvSpPr>
          <p:cNvPr id="56" name="Google Shape;56;p9"/>
          <p:cNvSpPr txBox="1"/>
          <p:nvPr>
            <p:ph type="title"/>
          </p:nvPr>
        </p:nvSpPr>
        <p:spPr>
          <a:xfrm>
            <a:off x="629841" y="342900"/>
            <a:ext cx="2949178" cy="120015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400"/>
              <a:buFont typeface="Play"/>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7" name="Google Shape;57;p9"/>
          <p:cNvSpPr txBox="1"/>
          <p:nvPr>
            <p:ph idx="1" type="body"/>
          </p:nvPr>
        </p:nvSpPr>
        <p:spPr>
          <a:xfrm>
            <a:off x="3887391" y="740570"/>
            <a:ext cx="4629150" cy="3655219"/>
          </a:xfrm>
          <a:prstGeom prst="rect">
            <a:avLst/>
          </a:prstGeom>
          <a:noFill/>
          <a:ln>
            <a:noFill/>
          </a:ln>
        </p:spPr>
        <p:txBody>
          <a:bodyPr anchorCtr="0" anchor="t" bIns="45700" lIns="91425" spcFirstLastPara="1" rIns="91425" wrap="square" tIns="45700">
            <a:normAutofit/>
          </a:bodyPr>
          <a:lstStyle>
            <a:lvl1pPr indent="-381000" lvl="0" marL="457200" algn="l">
              <a:lnSpc>
                <a:spcPct val="90000"/>
              </a:lnSpc>
              <a:spcBef>
                <a:spcPts val="750"/>
              </a:spcBef>
              <a:spcAft>
                <a:spcPts val="0"/>
              </a:spcAft>
              <a:buClr>
                <a:schemeClr val="dk1"/>
              </a:buClr>
              <a:buSzPts val="2400"/>
              <a:buChar char="•"/>
              <a:defRPr sz="2400"/>
            </a:lvl1pPr>
            <a:lvl2pPr indent="-361950" lvl="1" marL="914400" algn="l">
              <a:lnSpc>
                <a:spcPct val="90000"/>
              </a:lnSpc>
              <a:spcBef>
                <a:spcPts val="375"/>
              </a:spcBef>
              <a:spcAft>
                <a:spcPts val="0"/>
              </a:spcAft>
              <a:buClr>
                <a:schemeClr val="dk1"/>
              </a:buClr>
              <a:buSzPts val="2100"/>
              <a:buChar char="•"/>
              <a:defRPr sz="2100"/>
            </a:lvl2pPr>
            <a:lvl3pPr indent="-342900" lvl="2" marL="1371600" algn="l">
              <a:lnSpc>
                <a:spcPct val="90000"/>
              </a:lnSpc>
              <a:spcBef>
                <a:spcPts val="375"/>
              </a:spcBef>
              <a:spcAft>
                <a:spcPts val="0"/>
              </a:spcAft>
              <a:buClr>
                <a:schemeClr val="dk1"/>
              </a:buClr>
              <a:buSzPts val="1800"/>
              <a:buChar char="•"/>
              <a:defRPr sz="1800"/>
            </a:lvl3pPr>
            <a:lvl4pPr indent="-323850" lvl="3" marL="1828800" algn="l">
              <a:lnSpc>
                <a:spcPct val="90000"/>
              </a:lnSpc>
              <a:spcBef>
                <a:spcPts val="375"/>
              </a:spcBef>
              <a:spcAft>
                <a:spcPts val="0"/>
              </a:spcAft>
              <a:buClr>
                <a:schemeClr val="dk1"/>
              </a:buClr>
              <a:buSzPts val="1500"/>
              <a:buChar char="•"/>
              <a:defRPr sz="1500"/>
            </a:lvl4pPr>
            <a:lvl5pPr indent="-323850" lvl="4" marL="2286000" algn="l">
              <a:lnSpc>
                <a:spcPct val="90000"/>
              </a:lnSpc>
              <a:spcBef>
                <a:spcPts val="375"/>
              </a:spcBef>
              <a:spcAft>
                <a:spcPts val="0"/>
              </a:spcAft>
              <a:buClr>
                <a:schemeClr val="dk1"/>
              </a:buClr>
              <a:buSzPts val="1500"/>
              <a:buChar char="•"/>
              <a:defRPr sz="1500"/>
            </a:lvl5pPr>
            <a:lvl6pPr indent="-323850" lvl="5" marL="2743200" algn="l">
              <a:lnSpc>
                <a:spcPct val="90000"/>
              </a:lnSpc>
              <a:spcBef>
                <a:spcPts val="375"/>
              </a:spcBef>
              <a:spcAft>
                <a:spcPts val="0"/>
              </a:spcAft>
              <a:buClr>
                <a:schemeClr val="dk1"/>
              </a:buClr>
              <a:buSzPts val="1500"/>
              <a:buChar char="•"/>
              <a:defRPr sz="1500"/>
            </a:lvl6pPr>
            <a:lvl7pPr indent="-323850" lvl="6" marL="3200400" algn="l">
              <a:lnSpc>
                <a:spcPct val="90000"/>
              </a:lnSpc>
              <a:spcBef>
                <a:spcPts val="375"/>
              </a:spcBef>
              <a:spcAft>
                <a:spcPts val="0"/>
              </a:spcAft>
              <a:buClr>
                <a:schemeClr val="dk1"/>
              </a:buClr>
              <a:buSzPts val="1500"/>
              <a:buChar char="•"/>
              <a:defRPr sz="1500"/>
            </a:lvl7pPr>
            <a:lvl8pPr indent="-323850" lvl="7" marL="3657600" algn="l">
              <a:lnSpc>
                <a:spcPct val="90000"/>
              </a:lnSpc>
              <a:spcBef>
                <a:spcPts val="375"/>
              </a:spcBef>
              <a:spcAft>
                <a:spcPts val="0"/>
              </a:spcAft>
              <a:buClr>
                <a:schemeClr val="dk1"/>
              </a:buClr>
              <a:buSzPts val="1500"/>
              <a:buChar char="•"/>
              <a:defRPr sz="1500"/>
            </a:lvl8pPr>
            <a:lvl9pPr indent="-323850" lvl="8" marL="4114800" algn="l">
              <a:lnSpc>
                <a:spcPct val="90000"/>
              </a:lnSpc>
              <a:spcBef>
                <a:spcPts val="375"/>
              </a:spcBef>
              <a:spcAft>
                <a:spcPts val="0"/>
              </a:spcAft>
              <a:buClr>
                <a:schemeClr val="dk1"/>
              </a:buClr>
              <a:buSzPts val="1500"/>
              <a:buChar char="•"/>
              <a:defRPr sz="1500"/>
            </a:lvl9pPr>
          </a:lstStyle>
          <a:p/>
        </p:txBody>
      </p:sp>
      <p:sp>
        <p:nvSpPr>
          <p:cNvPr id="58" name="Google Shape;58;p9"/>
          <p:cNvSpPr txBox="1"/>
          <p:nvPr>
            <p:ph idx="2" type="body"/>
          </p:nvPr>
        </p:nvSpPr>
        <p:spPr>
          <a:xfrm>
            <a:off x="629841" y="1543050"/>
            <a:ext cx="2949178" cy="285869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200"/>
              <a:buNone/>
              <a:defRPr sz="1200"/>
            </a:lvl1pPr>
            <a:lvl2pPr indent="-228600" lvl="1" marL="914400" algn="l">
              <a:lnSpc>
                <a:spcPct val="90000"/>
              </a:lnSpc>
              <a:spcBef>
                <a:spcPts val="375"/>
              </a:spcBef>
              <a:spcAft>
                <a:spcPts val="0"/>
              </a:spcAft>
              <a:buClr>
                <a:schemeClr val="dk1"/>
              </a:buClr>
              <a:buSzPts val="1050"/>
              <a:buNone/>
              <a:defRPr sz="1050"/>
            </a:lvl2pPr>
            <a:lvl3pPr indent="-228600" lvl="2" marL="1371600" algn="l">
              <a:lnSpc>
                <a:spcPct val="90000"/>
              </a:lnSpc>
              <a:spcBef>
                <a:spcPts val="375"/>
              </a:spcBef>
              <a:spcAft>
                <a:spcPts val="0"/>
              </a:spcAft>
              <a:buClr>
                <a:schemeClr val="dk1"/>
              </a:buClr>
              <a:buSzPts val="900"/>
              <a:buNone/>
              <a:defRPr sz="900"/>
            </a:lvl3pPr>
            <a:lvl4pPr indent="-228600" lvl="3" marL="1828800" algn="l">
              <a:lnSpc>
                <a:spcPct val="90000"/>
              </a:lnSpc>
              <a:spcBef>
                <a:spcPts val="375"/>
              </a:spcBef>
              <a:spcAft>
                <a:spcPts val="0"/>
              </a:spcAft>
              <a:buClr>
                <a:schemeClr val="dk1"/>
              </a:buClr>
              <a:buSzPts val="750"/>
              <a:buNone/>
              <a:defRPr sz="750"/>
            </a:lvl4pPr>
            <a:lvl5pPr indent="-228600" lvl="4" marL="2286000" algn="l">
              <a:lnSpc>
                <a:spcPct val="90000"/>
              </a:lnSpc>
              <a:spcBef>
                <a:spcPts val="375"/>
              </a:spcBef>
              <a:spcAft>
                <a:spcPts val="0"/>
              </a:spcAft>
              <a:buClr>
                <a:schemeClr val="dk1"/>
              </a:buClr>
              <a:buSzPts val="7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59" name="Google Shape;59;p9"/>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9"/>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2" name="Shape 62"/>
        <p:cNvGrpSpPr/>
        <p:nvPr/>
      </p:nvGrpSpPr>
      <p:grpSpPr>
        <a:xfrm>
          <a:off x="0" y="0"/>
          <a:ext cx="0" cy="0"/>
          <a:chOff x="0" y="0"/>
          <a:chExt cx="0" cy="0"/>
        </a:xfrm>
      </p:grpSpPr>
      <p:sp>
        <p:nvSpPr>
          <p:cNvPr id="63" name="Google Shape;63;p10"/>
          <p:cNvSpPr txBox="1"/>
          <p:nvPr>
            <p:ph type="title"/>
          </p:nvPr>
        </p:nvSpPr>
        <p:spPr>
          <a:xfrm>
            <a:off x="629841" y="342900"/>
            <a:ext cx="2949178" cy="120015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400"/>
              <a:buFont typeface="Play"/>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4" name="Google Shape;64;p10"/>
          <p:cNvSpPr/>
          <p:nvPr>
            <p:ph idx="2" type="pic"/>
          </p:nvPr>
        </p:nvSpPr>
        <p:spPr>
          <a:xfrm>
            <a:off x="3887391" y="740570"/>
            <a:ext cx="4629150" cy="3655219"/>
          </a:xfrm>
          <a:prstGeom prst="rect">
            <a:avLst/>
          </a:prstGeom>
          <a:noFill/>
          <a:ln>
            <a:noFill/>
          </a:ln>
        </p:spPr>
      </p:sp>
      <p:sp>
        <p:nvSpPr>
          <p:cNvPr id="65" name="Google Shape;65;p10"/>
          <p:cNvSpPr txBox="1"/>
          <p:nvPr>
            <p:ph idx="1" type="body"/>
          </p:nvPr>
        </p:nvSpPr>
        <p:spPr>
          <a:xfrm>
            <a:off x="629841" y="1543050"/>
            <a:ext cx="2949178" cy="285869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200"/>
              <a:buNone/>
              <a:defRPr sz="1200"/>
            </a:lvl1pPr>
            <a:lvl2pPr indent="-228600" lvl="1" marL="914400" algn="l">
              <a:lnSpc>
                <a:spcPct val="90000"/>
              </a:lnSpc>
              <a:spcBef>
                <a:spcPts val="375"/>
              </a:spcBef>
              <a:spcAft>
                <a:spcPts val="0"/>
              </a:spcAft>
              <a:buClr>
                <a:schemeClr val="dk1"/>
              </a:buClr>
              <a:buSzPts val="1050"/>
              <a:buNone/>
              <a:defRPr sz="1050"/>
            </a:lvl2pPr>
            <a:lvl3pPr indent="-228600" lvl="2" marL="1371600" algn="l">
              <a:lnSpc>
                <a:spcPct val="90000"/>
              </a:lnSpc>
              <a:spcBef>
                <a:spcPts val="375"/>
              </a:spcBef>
              <a:spcAft>
                <a:spcPts val="0"/>
              </a:spcAft>
              <a:buClr>
                <a:schemeClr val="dk1"/>
              </a:buClr>
              <a:buSzPts val="900"/>
              <a:buNone/>
              <a:defRPr sz="900"/>
            </a:lvl3pPr>
            <a:lvl4pPr indent="-228600" lvl="3" marL="1828800" algn="l">
              <a:lnSpc>
                <a:spcPct val="90000"/>
              </a:lnSpc>
              <a:spcBef>
                <a:spcPts val="375"/>
              </a:spcBef>
              <a:spcAft>
                <a:spcPts val="0"/>
              </a:spcAft>
              <a:buClr>
                <a:schemeClr val="dk1"/>
              </a:buClr>
              <a:buSzPts val="750"/>
              <a:buNone/>
              <a:defRPr sz="750"/>
            </a:lvl4pPr>
            <a:lvl5pPr indent="-228600" lvl="4" marL="2286000" algn="l">
              <a:lnSpc>
                <a:spcPct val="90000"/>
              </a:lnSpc>
              <a:spcBef>
                <a:spcPts val="375"/>
              </a:spcBef>
              <a:spcAft>
                <a:spcPts val="0"/>
              </a:spcAft>
              <a:buClr>
                <a:schemeClr val="dk1"/>
              </a:buClr>
              <a:buSzPts val="7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66" name="Google Shape;66;p10"/>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10"/>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9" name="Shape 69"/>
        <p:cNvGrpSpPr/>
        <p:nvPr/>
      </p:nvGrpSpPr>
      <p:grpSpPr>
        <a:xfrm>
          <a:off x="0" y="0"/>
          <a:ext cx="0" cy="0"/>
          <a:chOff x="0" y="0"/>
          <a:chExt cx="0" cy="0"/>
        </a:xfrm>
      </p:grpSpPr>
      <p:sp>
        <p:nvSpPr>
          <p:cNvPr id="70" name="Google Shape;70;p11"/>
          <p:cNvSpPr txBox="1"/>
          <p:nvPr>
            <p:ph type="title"/>
          </p:nvPr>
        </p:nvSpPr>
        <p:spPr>
          <a:xfrm>
            <a:off x="628650" y="273845"/>
            <a:ext cx="7886700" cy="99417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1" name="Google Shape;71;p11"/>
          <p:cNvSpPr txBox="1"/>
          <p:nvPr>
            <p:ph idx="1" type="body"/>
          </p:nvPr>
        </p:nvSpPr>
        <p:spPr>
          <a:xfrm rot="5400000">
            <a:off x="2940248" y="-942379"/>
            <a:ext cx="3263504" cy="78867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72" name="Google Shape;72;p11"/>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11"/>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5" name="Shape 75"/>
        <p:cNvGrpSpPr/>
        <p:nvPr/>
      </p:nvGrpSpPr>
      <p:grpSpPr>
        <a:xfrm>
          <a:off x="0" y="0"/>
          <a:ext cx="0" cy="0"/>
          <a:chOff x="0" y="0"/>
          <a:chExt cx="0" cy="0"/>
        </a:xfrm>
      </p:grpSpPr>
      <p:sp>
        <p:nvSpPr>
          <p:cNvPr id="76" name="Google Shape;76;p12"/>
          <p:cNvSpPr txBox="1"/>
          <p:nvPr>
            <p:ph type="title"/>
          </p:nvPr>
        </p:nvSpPr>
        <p:spPr>
          <a:xfrm rot="5400000">
            <a:off x="5350073" y="1467445"/>
            <a:ext cx="4358879" cy="197167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7" name="Google Shape;77;p12"/>
          <p:cNvSpPr txBox="1"/>
          <p:nvPr>
            <p:ph idx="1" type="body"/>
          </p:nvPr>
        </p:nvSpPr>
        <p:spPr>
          <a:xfrm rot="5400000">
            <a:off x="1349573" y="-447080"/>
            <a:ext cx="4358879" cy="580072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78" name="Google Shape;78;p12"/>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12"/>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7" name="Shape 87"/>
        <p:cNvGrpSpPr/>
        <p:nvPr/>
      </p:nvGrpSpPr>
      <p:grpSpPr>
        <a:xfrm>
          <a:off x="0" y="0"/>
          <a:ext cx="0" cy="0"/>
          <a:chOff x="0" y="0"/>
          <a:chExt cx="0" cy="0"/>
        </a:xfrm>
      </p:grpSpPr>
      <p:sp>
        <p:nvSpPr>
          <p:cNvPr id="88" name="Google Shape;88;p14"/>
          <p:cNvSpPr txBox="1"/>
          <p:nvPr>
            <p:ph type="ctrTitle"/>
          </p:nvPr>
        </p:nvSpPr>
        <p:spPr>
          <a:xfrm>
            <a:off x="1143000" y="841772"/>
            <a:ext cx="6858000" cy="17907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4500"/>
              <a:buFont typeface="Play"/>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9" name="Google Shape;89;p14"/>
          <p:cNvSpPr txBox="1"/>
          <p:nvPr>
            <p:ph idx="1" type="subTitle"/>
          </p:nvPr>
        </p:nvSpPr>
        <p:spPr>
          <a:xfrm>
            <a:off x="1143000" y="2701529"/>
            <a:ext cx="6858000" cy="1241700"/>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p:txBody>
      </p:sp>
      <p:sp>
        <p:nvSpPr>
          <p:cNvPr id="90" name="Google Shape;90;p14"/>
          <p:cNvSpPr txBox="1"/>
          <p:nvPr>
            <p:ph idx="10" type="dt"/>
          </p:nvPr>
        </p:nvSpPr>
        <p:spPr>
          <a:xfrm>
            <a:off x="628650" y="4767263"/>
            <a:ext cx="2057400" cy="27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14"/>
          <p:cNvSpPr txBox="1"/>
          <p:nvPr>
            <p:ph idx="11" type="ftr"/>
          </p:nvPr>
        </p:nvSpPr>
        <p:spPr>
          <a:xfrm>
            <a:off x="3028950" y="4767263"/>
            <a:ext cx="30861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14"/>
          <p:cNvSpPr txBox="1"/>
          <p:nvPr>
            <p:ph idx="12" type="sldNum"/>
          </p:nvPr>
        </p:nvSpPr>
        <p:spPr>
          <a:xfrm>
            <a:off x="6457950" y="4767263"/>
            <a:ext cx="2057400" cy="2739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pic>
        <p:nvPicPr>
          <p:cNvPr id="93" name="Google Shape;93;p14"/>
          <p:cNvPicPr preferRelativeResize="0"/>
          <p:nvPr/>
        </p:nvPicPr>
        <p:blipFill rotWithShape="1">
          <a:blip r:embed="rId2">
            <a:alphaModFix/>
          </a:blip>
          <a:srcRect b="0" l="0" r="0" t="0"/>
          <a:stretch/>
        </p:blipFill>
        <p:spPr>
          <a:xfrm>
            <a:off x="-2" y="4849586"/>
            <a:ext cx="9153000" cy="81000"/>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94" name="Shape 94"/>
        <p:cNvGrpSpPr/>
        <p:nvPr/>
      </p:nvGrpSpPr>
      <p:grpSpPr>
        <a:xfrm>
          <a:off x="0" y="0"/>
          <a:ext cx="0" cy="0"/>
          <a:chOff x="0" y="0"/>
          <a:chExt cx="0" cy="0"/>
        </a:xfrm>
      </p:grpSpPr>
      <p:sp>
        <p:nvSpPr>
          <p:cNvPr id="95" name="Google Shape;95;p15"/>
          <p:cNvSpPr txBox="1"/>
          <p:nvPr>
            <p:ph type="title"/>
          </p:nvPr>
        </p:nvSpPr>
        <p:spPr>
          <a:xfrm>
            <a:off x="331470" y="262415"/>
            <a:ext cx="6995100" cy="6981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3300"/>
              <a:buFont typeface="Arial Narrow"/>
              <a:buNone/>
              <a:defRPr b="1" i="0">
                <a:latin typeface="Arial Narrow"/>
                <a:ea typeface="Arial Narrow"/>
                <a:cs typeface="Arial Narrow"/>
                <a:sym typeface="Arial Narrow"/>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6" name="Google Shape;96;p15"/>
          <p:cNvSpPr txBox="1"/>
          <p:nvPr>
            <p:ph idx="1" type="body"/>
          </p:nvPr>
        </p:nvSpPr>
        <p:spPr>
          <a:xfrm>
            <a:off x="400050" y="1369219"/>
            <a:ext cx="8492400" cy="32634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sz="1800"/>
            </a:lvl1pPr>
            <a:lvl2pPr indent="-323850" lvl="1" marL="914400" algn="l">
              <a:lnSpc>
                <a:spcPct val="90000"/>
              </a:lnSpc>
              <a:spcBef>
                <a:spcPts val="375"/>
              </a:spcBef>
              <a:spcAft>
                <a:spcPts val="0"/>
              </a:spcAft>
              <a:buClr>
                <a:schemeClr val="dk1"/>
              </a:buClr>
              <a:buSzPts val="1500"/>
              <a:buChar char="•"/>
              <a:defRPr sz="1500"/>
            </a:lvl2pPr>
            <a:lvl3pPr indent="-314325" lvl="2" marL="1371600" algn="l">
              <a:lnSpc>
                <a:spcPct val="90000"/>
              </a:lnSpc>
              <a:spcBef>
                <a:spcPts val="375"/>
              </a:spcBef>
              <a:spcAft>
                <a:spcPts val="0"/>
              </a:spcAft>
              <a:buClr>
                <a:schemeClr val="dk1"/>
              </a:buClr>
              <a:buSzPts val="1350"/>
              <a:buChar char="•"/>
              <a:defRPr sz="1350"/>
            </a:lvl3pPr>
            <a:lvl4pPr indent="-304800" lvl="3" marL="1828800" algn="l">
              <a:lnSpc>
                <a:spcPct val="90000"/>
              </a:lnSpc>
              <a:spcBef>
                <a:spcPts val="375"/>
              </a:spcBef>
              <a:spcAft>
                <a:spcPts val="0"/>
              </a:spcAft>
              <a:buClr>
                <a:schemeClr val="dk1"/>
              </a:buClr>
              <a:buSzPts val="1200"/>
              <a:buChar char="•"/>
              <a:defRPr sz="1200"/>
            </a:lvl4pPr>
            <a:lvl5pPr indent="-304800" lvl="4" marL="2286000" algn="l">
              <a:lnSpc>
                <a:spcPct val="90000"/>
              </a:lnSpc>
              <a:spcBef>
                <a:spcPts val="375"/>
              </a:spcBef>
              <a:spcAft>
                <a:spcPts val="0"/>
              </a:spcAft>
              <a:buClr>
                <a:schemeClr val="dk1"/>
              </a:buClr>
              <a:buSzPts val="1200"/>
              <a:buChar char="•"/>
              <a:defRPr sz="1200"/>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pic>
        <p:nvPicPr>
          <p:cNvPr id="97" name="Google Shape;97;p15"/>
          <p:cNvPicPr preferRelativeResize="0"/>
          <p:nvPr/>
        </p:nvPicPr>
        <p:blipFill rotWithShape="1">
          <a:blip r:embed="rId2">
            <a:alphaModFix/>
          </a:blip>
          <a:srcRect b="0" l="0" r="0" t="0"/>
          <a:stretch/>
        </p:blipFill>
        <p:spPr>
          <a:xfrm>
            <a:off x="-2" y="4849586"/>
            <a:ext cx="9153000" cy="81000"/>
          </a:xfrm>
          <a:prstGeom prst="rect">
            <a:avLst/>
          </a:prstGeom>
          <a:noFill/>
          <a:ln>
            <a:noFill/>
          </a:ln>
        </p:spPr>
      </p:pic>
      <p:pic>
        <p:nvPicPr>
          <p:cNvPr id="98" name="Google Shape;98;p15"/>
          <p:cNvPicPr preferRelativeResize="0"/>
          <p:nvPr/>
        </p:nvPicPr>
        <p:blipFill rotWithShape="1">
          <a:blip r:embed="rId3">
            <a:alphaModFix/>
          </a:blip>
          <a:srcRect b="0" l="0" r="0" t="0"/>
          <a:stretch/>
        </p:blipFill>
        <p:spPr>
          <a:xfrm>
            <a:off x="-2" y="971843"/>
            <a:ext cx="3348990" cy="77642"/>
          </a:xfrm>
          <a:prstGeom prst="rect">
            <a:avLst/>
          </a:prstGeom>
          <a:noFill/>
          <a:ln>
            <a:noFill/>
          </a:ln>
        </p:spPr>
      </p:pic>
      <p:pic>
        <p:nvPicPr>
          <p:cNvPr id="99" name="Google Shape;99;p15"/>
          <p:cNvPicPr preferRelativeResize="0"/>
          <p:nvPr/>
        </p:nvPicPr>
        <p:blipFill rotWithShape="1">
          <a:blip r:embed="rId4">
            <a:alphaModFix/>
          </a:blip>
          <a:srcRect b="0" l="0" r="0" t="0"/>
          <a:stretch/>
        </p:blipFill>
        <p:spPr>
          <a:xfrm>
            <a:off x="7559040" y="304463"/>
            <a:ext cx="1333500" cy="509588"/>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0" name="Shape 100"/>
        <p:cNvGrpSpPr/>
        <p:nvPr/>
      </p:nvGrpSpPr>
      <p:grpSpPr>
        <a:xfrm>
          <a:off x="0" y="0"/>
          <a:ext cx="0" cy="0"/>
          <a:chOff x="0" y="0"/>
          <a:chExt cx="0" cy="0"/>
        </a:xfrm>
      </p:grpSpPr>
      <p:sp>
        <p:nvSpPr>
          <p:cNvPr id="101" name="Google Shape;101;p16"/>
          <p:cNvSpPr txBox="1"/>
          <p:nvPr>
            <p:ph type="title"/>
          </p:nvPr>
        </p:nvSpPr>
        <p:spPr>
          <a:xfrm>
            <a:off x="623888" y="1282304"/>
            <a:ext cx="7886700" cy="21396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4500"/>
              <a:buFont typeface="Play"/>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2" name="Google Shape;102;p16"/>
          <p:cNvSpPr txBox="1"/>
          <p:nvPr>
            <p:ph idx="1" type="body"/>
          </p:nvPr>
        </p:nvSpPr>
        <p:spPr>
          <a:xfrm>
            <a:off x="623888" y="3442098"/>
            <a:ext cx="7886700" cy="11250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rgbClr val="757575"/>
              </a:buClr>
              <a:buSzPts val="1800"/>
              <a:buNone/>
              <a:defRPr sz="1800">
                <a:solidFill>
                  <a:srgbClr val="757575"/>
                </a:solidFill>
              </a:defRPr>
            </a:lvl1pPr>
            <a:lvl2pPr indent="-228600" lvl="1" marL="914400" algn="l">
              <a:lnSpc>
                <a:spcPct val="90000"/>
              </a:lnSpc>
              <a:spcBef>
                <a:spcPts val="375"/>
              </a:spcBef>
              <a:spcAft>
                <a:spcPts val="0"/>
              </a:spcAft>
              <a:buClr>
                <a:srgbClr val="757575"/>
              </a:buClr>
              <a:buSzPts val="1500"/>
              <a:buNone/>
              <a:defRPr sz="1500">
                <a:solidFill>
                  <a:srgbClr val="757575"/>
                </a:solidFill>
              </a:defRPr>
            </a:lvl2pPr>
            <a:lvl3pPr indent="-228600" lvl="2" marL="1371600" algn="l">
              <a:lnSpc>
                <a:spcPct val="90000"/>
              </a:lnSpc>
              <a:spcBef>
                <a:spcPts val="375"/>
              </a:spcBef>
              <a:spcAft>
                <a:spcPts val="0"/>
              </a:spcAft>
              <a:buClr>
                <a:srgbClr val="757575"/>
              </a:buClr>
              <a:buSzPts val="1350"/>
              <a:buNone/>
              <a:defRPr sz="1350">
                <a:solidFill>
                  <a:srgbClr val="757575"/>
                </a:solidFill>
              </a:defRPr>
            </a:lvl3pPr>
            <a:lvl4pPr indent="-228600" lvl="3" marL="1828800" algn="l">
              <a:lnSpc>
                <a:spcPct val="90000"/>
              </a:lnSpc>
              <a:spcBef>
                <a:spcPts val="375"/>
              </a:spcBef>
              <a:spcAft>
                <a:spcPts val="0"/>
              </a:spcAft>
              <a:buClr>
                <a:srgbClr val="757575"/>
              </a:buClr>
              <a:buSzPts val="1200"/>
              <a:buNone/>
              <a:defRPr sz="1200">
                <a:solidFill>
                  <a:srgbClr val="757575"/>
                </a:solidFill>
              </a:defRPr>
            </a:lvl4pPr>
            <a:lvl5pPr indent="-228600" lvl="4" marL="2286000" algn="l">
              <a:lnSpc>
                <a:spcPct val="90000"/>
              </a:lnSpc>
              <a:spcBef>
                <a:spcPts val="375"/>
              </a:spcBef>
              <a:spcAft>
                <a:spcPts val="0"/>
              </a:spcAft>
              <a:buClr>
                <a:srgbClr val="757575"/>
              </a:buClr>
              <a:buSzPts val="1200"/>
              <a:buNone/>
              <a:defRPr sz="1200">
                <a:solidFill>
                  <a:srgbClr val="757575"/>
                </a:solidFill>
              </a:defRPr>
            </a:lvl5pPr>
            <a:lvl6pPr indent="-228600" lvl="5" marL="2743200" algn="l">
              <a:lnSpc>
                <a:spcPct val="90000"/>
              </a:lnSpc>
              <a:spcBef>
                <a:spcPts val="375"/>
              </a:spcBef>
              <a:spcAft>
                <a:spcPts val="0"/>
              </a:spcAft>
              <a:buClr>
                <a:srgbClr val="757575"/>
              </a:buClr>
              <a:buSzPts val="1200"/>
              <a:buNone/>
              <a:defRPr sz="1200">
                <a:solidFill>
                  <a:srgbClr val="757575"/>
                </a:solidFill>
              </a:defRPr>
            </a:lvl6pPr>
            <a:lvl7pPr indent="-228600" lvl="6" marL="3200400" algn="l">
              <a:lnSpc>
                <a:spcPct val="90000"/>
              </a:lnSpc>
              <a:spcBef>
                <a:spcPts val="375"/>
              </a:spcBef>
              <a:spcAft>
                <a:spcPts val="0"/>
              </a:spcAft>
              <a:buClr>
                <a:srgbClr val="757575"/>
              </a:buClr>
              <a:buSzPts val="1200"/>
              <a:buNone/>
              <a:defRPr sz="1200">
                <a:solidFill>
                  <a:srgbClr val="757575"/>
                </a:solidFill>
              </a:defRPr>
            </a:lvl7pPr>
            <a:lvl8pPr indent="-228600" lvl="7" marL="3657600" algn="l">
              <a:lnSpc>
                <a:spcPct val="90000"/>
              </a:lnSpc>
              <a:spcBef>
                <a:spcPts val="375"/>
              </a:spcBef>
              <a:spcAft>
                <a:spcPts val="0"/>
              </a:spcAft>
              <a:buClr>
                <a:srgbClr val="757575"/>
              </a:buClr>
              <a:buSzPts val="1200"/>
              <a:buNone/>
              <a:defRPr sz="1200">
                <a:solidFill>
                  <a:srgbClr val="757575"/>
                </a:solidFill>
              </a:defRPr>
            </a:lvl8pPr>
            <a:lvl9pPr indent="-228600" lvl="8" marL="4114800" algn="l">
              <a:lnSpc>
                <a:spcPct val="90000"/>
              </a:lnSpc>
              <a:spcBef>
                <a:spcPts val="375"/>
              </a:spcBef>
              <a:spcAft>
                <a:spcPts val="0"/>
              </a:spcAft>
              <a:buClr>
                <a:srgbClr val="757575"/>
              </a:buClr>
              <a:buSzPts val="1200"/>
              <a:buNone/>
              <a:defRPr sz="1200">
                <a:solidFill>
                  <a:srgbClr val="757575"/>
                </a:solidFill>
              </a:defRPr>
            </a:lvl9pPr>
          </a:lstStyle>
          <a:p/>
        </p:txBody>
      </p:sp>
      <p:sp>
        <p:nvSpPr>
          <p:cNvPr id="103" name="Google Shape;103;p16"/>
          <p:cNvSpPr txBox="1"/>
          <p:nvPr>
            <p:ph idx="10" type="dt"/>
          </p:nvPr>
        </p:nvSpPr>
        <p:spPr>
          <a:xfrm>
            <a:off x="628650" y="4767263"/>
            <a:ext cx="2057400" cy="27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4" name="Google Shape;104;p16"/>
          <p:cNvSpPr txBox="1"/>
          <p:nvPr>
            <p:ph idx="11" type="ftr"/>
          </p:nvPr>
        </p:nvSpPr>
        <p:spPr>
          <a:xfrm>
            <a:off x="3028950" y="4767263"/>
            <a:ext cx="30861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5" name="Google Shape;105;p16"/>
          <p:cNvSpPr txBox="1"/>
          <p:nvPr>
            <p:ph idx="12" type="sldNum"/>
          </p:nvPr>
        </p:nvSpPr>
        <p:spPr>
          <a:xfrm>
            <a:off x="6457950" y="4767263"/>
            <a:ext cx="2057400" cy="2739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06" name="Shape 106"/>
        <p:cNvGrpSpPr/>
        <p:nvPr/>
      </p:nvGrpSpPr>
      <p:grpSpPr>
        <a:xfrm>
          <a:off x="0" y="0"/>
          <a:ext cx="0" cy="0"/>
          <a:chOff x="0" y="0"/>
          <a:chExt cx="0" cy="0"/>
        </a:xfrm>
      </p:grpSpPr>
      <p:sp>
        <p:nvSpPr>
          <p:cNvPr id="107" name="Google Shape;107;p17"/>
          <p:cNvSpPr txBox="1"/>
          <p:nvPr>
            <p:ph type="title"/>
          </p:nvPr>
        </p:nvSpPr>
        <p:spPr>
          <a:xfrm>
            <a:off x="628650" y="273844"/>
            <a:ext cx="7886700" cy="9942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8" name="Google Shape;108;p17"/>
          <p:cNvSpPr txBox="1"/>
          <p:nvPr>
            <p:ph idx="1" type="body"/>
          </p:nvPr>
        </p:nvSpPr>
        <p:spPr>
          <a:xfrm>
            <a:off x="628650" y="1369219"/>
            <a:ext cx="3886200" cy="32634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09" name="Google Shape;109;p17"/>
          <p:cNvSpPr txBox="1"/>
          <p:nvPr>
            <p:ph idx="2" type="body"/>
          </p:nvPr>
        </p:nvSpPr>
        <p:spPr>
          <a:xfrm>
            <a:off x="4629150" y="1369219"/>
            <a:ext cx="3886200" cy="32634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10" name="Google Shape;110;p17"/>
          <p:cNvSpPr txBox="1"/>
          <p:nvPr>
            <p:ph idx="10" type="dt"/>
          </p:nvPr>
        </p:nvSpPr>
        <p:spPr>
          <a:xfrm>
            <a:off x="628650" y="4767263"/>
            <a:ext cx="2057400" cy="27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1" name="Google Shape;111;p17"/>
          <p:cNvSpPr txBox="1"/>
          <p:nvPr>
            <p:ph idx="11" type="ftr"/>
          </p:nvPr>
        </p:nvSpPr>
        <p:spPr>
          <a:xfrm>
            <a:off x="3028950" y="4767263"/>
            <a:ext cx="30861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2" name="Google Shape;112;p17"/>
          <p:cNvSpPr txBox="1"/>
          <p:nvPr>
            <p:ph idx="12" type="sldNum"/>
          </p:nvPr>
        </p:nvSpPr>
        <p:spPr>
          <a:xfrm>
            <a:off x="6457950" y="4767263"/>
            <a:ext cx="2057400" cy="2739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13" name="Shape 113"/>
        <p:cNvGrpSpPr/>
        <p:nvPr/>
      </p:nvGrpSpPr>
      <p:grpSpPr>
        <a:xfrm>
          <a:off x="0" y="0"/>
          <a:ext cx="0" cy="0"/>
          <a:chOff x="0" y="0"/>
          <a:chExt cx="0" cy="0"/>
        </a:xfrm>
      </p:grpSpPr>
      <p:sp>
        <p:nvSpPr>
          <p:cNvPr id="114" name="Google Shape;114;p18"/>
          <p:cNvSpPr txBox="1"/>
          <p:nvPr>
            <p:ph type="title"/>
          </p:nvPr>
        </p:nvSpPr>
        <p:spPr>
          <a:xfrm>
            <a:off x="629841" y="273844"/>
            <a:ext cx="7886700" cy="9942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5" name="Google Shape;115;p18"/>
          <p:cNvSpPr txBox="1"/>
          <p:nvPr>
            <p:ph idx="1" type="body"/>
          </p:nvPr>
        </p:nvSpPr>
        <p:spPr>
          <a:xfrm>
            <a:off x="629842" y="1260872"/>
            <a:ext cx="3868200" cy="61800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800"/>
              <a:buNone/>
              <a:defRPr b="1" sz="1800"/>
            </a:lvl1pPr>
            <a:lvl2pPr indent="-228600" lvl="1" marL="914400" algn="l">
              <a:lnSpc>
                <a:spcPct val="90000"/>
              </a:lnSpc>
              <a:spcBef>
                <a:spcPts val="375"/>
              </a:spcBef>
              <a:spcAft>
                <a:spcPts val="0"/>
              </a:spcAft>
              <a:buClr>
                <a:schemeClr val="dk1"/>
              </a:buClr>
              <a:buSzPts val="1500"/>
              <a:buNone/>
              <a:defRPr b="1" sz="1500"/>
            </a:lvl2pPr>
            <a:lvl3pPr indent="-228600" lvl="2" marL="1371600" algn="l">
              <a:lnSpc>
                <a:spcPct val="90000"/>
              </a:lnSpc>
              <a:spcBef>
                <a:spcPts val="375"/>
              </a:spcBef>
              <a:spcAft>
                <a:spcPts val="0"/>
              </a:spcAft>
              <a:buClr>
                <a:schemeClr val="dk1"/>
              </a:buClr>
              <a:buSzPts val="1350"/>
              <a:buNone/>
              <a:defRPr b="1" sz="1350"/>
            </a:lvl3pPr>
            <a:lvl4pPr indent="-228600" lvl="3" marL="1828800" algn="l">
              <a:lnSpc>
                <a:spcPct val="90000"/>
              </a:lnSpc>
              <a:spcBef>
                <a:spcPts val="375"/>
              </a:spcBef>
              <a:spcAft>
                <a:spcPts val="0"/>
              </a:spcAft>
              <a:buClr>
                <a:schemeClr val="dk1"/>
              </a:buClr>
              <a:buSzPts val="1200"/>
              <a:buNone/>
              <a:defRPr b="1" sz="1200"/>
            </a:lvl4pPr>
            <a:lvl5pPr indent="-228600" lvl="4" marL="2286000" algn="l">
              <a:lnSpc>
                <a:spcPct val="90000"/>
              </a:lnSpc>
              <a:spcBef>
                <a:spcPts val="375"/>
              </a:spcBef>
              <a:spcAft>
                <a:spcPts val="0"/>
              </a:spcAft>
              <a:buClr>
                <a:schemeClr val="dk1"/>
              </a:buClr>
              <a:buSzPts val="1200"/>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9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116" name="Google Shape;116;p18"/>
          <p:cNvSpPr txBox="1"/>
          <p:nvPr>
            <p:ph idx="2" type="body"/>
          </p:nvPr>
        </p:nvSpPr>
        <p:spPr>
          <a:xfrm>
            <a:off x="629842" y="1878806"/>
            <a:ext cx="3868200" cy="2763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17" name="Google Shape;117;p18"/>
          <p:cNvSpPr txBox="1"/>
          <p:nvPr>
            <p:ph idx="3" type="body"/>
          </p:nvPr>
        </p:nvSpPr>
        <p:spPr>
          <a:xfrm>
            <a:off x="4629150" y="1260872"/>
            <a:ext cx="3887400" cy="61800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800"/>
              <a:buNone/>
              <a:defRPr b="1" sz="1800"/>
            </a:lvl1pPr>
            <a:lvl2pPr indent="-228600" lvl="1" marL="914400" algn="l">
              <a:lnSpc>
                <a:spcPct val="90000"/>
              </a:lnSpc>
              <a:spcBef>
                <a:spcPts val="375"/>
              </a:spcBef>
              <a:spcAft>
                <a:spcPts val="0"/>
              </a:spcAft>
              <a:buClr>
                <a:schemeClr val="dk1"/>
              </a:buClr>
              <a:buSzPts val="1500"/>
              <a:buNone/>
              <a:defRPr b="1" sz="1500"/>
            </a:lvl2pPr>
            <a:lvl3pPr indent="-228600" lvl="2" marL="1371600" algn="l">
              <a:lnSpc>
                <a:spcPct val="90000"/>
              </a:lnSpc>
              <a:spcBef>
                <a:spcPts val="375"/>
              </a:spcBef>
              <a:spcAft>
                <a:spcPts val="0"/>
              </a:spcAft>
              <a:buClr>
                <a:schemeClr val="dk1"/>
              </a:buClr>
              <a:buSzPts val="1350"/>
              <a:buNone/>
              <a:defRPr b="1" sz="1350"/>
            </a:lvl3pPr>
            <a:lvl4pPr indent="-228600" lvl="3" marL="1828800" algn="l">
              <a:lnSpc>
                <a:spcPct val="90000"/>
              </a:lnSpc>
              <a:spcBef>
                <a:spcPts val="375"/>
              </a:spcBef>
              <a:spcAft>
                <a:spcPts val="0"/>
              </a:spcAft>
              <a:buClr>
                <a:schemeClr val="dk1"/>
              </a:buClr>
              <a:buSzPts val="1200"/>
              <a:buNone/>
              <a:defRPr b="1" sz="1200"/>
            </a:lvl4pPr>
            <a:lvl5pPr indent="-228600" lvl="4" marL="2286000" algn="l">
              <a:lnSpc>
                <a:spcPct val="90000"/>
              </a:lnSpc>
              <a:spcBef>
                <a:spcPts val="375"/>
              </a:spcBef>
              <a:spcAft>
                <a:spcPts val="0"/>
              </a:spcAft>
              <a:buClr>
                <a:schemeClr val="dk1"/>
              </a:buClr>
              <a:buSzPts val="1200"/>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9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118" name="Google Shape;118;p18"/>
          <p:cNvSpPr txBox="1"/>
          <p:nvPr>
            <p:ph idx="4" type="body"/>
          </p:nvPr>
        </p:nvSpPr>
        <p:spPr>
          <a:xfrm>
            <a:off x="4629150" y="1878806"/>
            <a:ext cx="3887400" cy="2763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19" name="Google Shape;119;p18"/>
          <p:cNvSpPr txBox="1"/>
          <p:nvPr>
            <p:ph idx="10" type="dt"/>
          </p:nvPr>
        </p:nvSpPr>
        <p:spPr>
          <a:xfrm>
            <a:off x="628650" y="4767263"/>
            <a:ext cx="2057400" cy="27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0" name="Google Shape;120;p18"/>
          <p:cNvSpPr txBox="1"/>
          <p:nvPr>
            <p:ph idx="11" type="ftr"/>
          </p:nvPr>
        </p:nvSpPr>
        <p:spPr>
          <a:xfrm>
            <a:off x="3028950" y="4767263"/>
            <a:ext cx="30861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1" name="Google Shape;121;p18"/>
          <p:cNvSpPr txBox="1"/>
          <p:nvPr>
            <p:ph idx="12" type="sldNum"/>
          </p:nvPr>
        </p:nvSpPr>
        <p:spPr>
          <a:xfrm>
            <a:off x="6457950" y="4767263"/>
            <a:ext cx="2057400" cy="2739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22" name="Shape 122"/>
        <p:cNvGrpSpPr/>
        <p:nvPr/>
      </p:nvGrpSpPr>
      <p:grpSpPr>
        <a:xfrm>
          <a:off x="0" y="0"/>
          <a:ext cx="0" cy="0"/>
          <a:chOff x="0" y="0"/>
          <a:chExt cx="0" cy="0"/>
        </a:xfrm>
      </p:grpSpPr>
      <p:sp>
        <p:nvSpPr>
          <p:cNvPr id="123" name="Google Shape;123;p19"/>
          <p:cNvSpPr txBox="1"/>
          <p:nvPr>
            <p:ph type="title"/>
          </p:nvPr>
        </p:nvSpPr>
        <p:spPr>
          <a:xfrm>
            <a:off x="628650" y="273844"/>
            <a:ext cx="7886700" cy="9942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4" name="Google Shape;124;p19"/>
          <p:cNvSpPr txBox="1"/>
          <p:nvPr>
            <p:ph idx="10" type="dt"/>
          </p:nvPr>
        </p:nvSpPr>
        <p:spPr>
          <a:xfrm>
            <a:off x="628650" y="4767263"/>
            <a:ext cx="2057400" cy="27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5" name="Google Shape;125;p19"/>
          <p:cNvSpPr txBox="1"/>
          <p:nvPr>
            <p:ph idx="11" type="ftr"/>
          </p:nvPr>
        </p:nvSpPr>
        <p:spPr>
          <a:xfrm>
            <a:off x="3028950" y="4767263"/>
            <a:ext cx="30861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6" name="Google Shape;126;p19"/>
          <p:cNvSpPr txBox="1"/>
          <p:nvPr>
            <p:ph idx="12" type="sldNum"/>
          </p:nvPr>
        </p:nvSpPr>
        <p:spPr>
          <a:xfrm>
            <a:off x="6457950" y="4767263"/>
            <a:ext cx="2057400" cy="2739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7" name="Shape 127"/>
        <p:cNvGrpSpPr/>
        <p:nvPr/>
      </p:nvGrpSpPr>
      <p:grpSpPr>
        <a:xfrm>
          <a:off x="0" y="0"/>
          <a:ext cx="0" cy="0"/>
          <a:chOff x="0" y="0"/>
          <a:chExt cx="0" cy="0"/>
        </a:xfrm>
      </p:grpSpPr>
      <p:sp>
        <p:nvSpPr>
          <p:cNvPr id="128" name="Google Shape;128;p20"/>
          <p:cNvSpPr txBox="1"/>
          <p:nvPr>
            <p:ph idx="10" type="dt"/>
          </p:nvPr>
        </p:nvSpPr>
        <p:spPr>
          <a:xfrm>
            <a:off x="628650" y="4767263"/>
            <a:ext cx="2057400" cy="27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9" name="Google Shape;129;p20"/>
          <p:cNvSpPr txBox="1"/>
          <p:nvPr>
            <p:ph idx="11" type="ftr"/>
          </p:nvPr>
        </p:nvSpPr>
        <p:spPr>
          <a:xfrm>
            <a:off x="3028950" y="4767263"/>
            <a:ext cx="30861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0" name="Google Shape;130;p20"/>
          <p:cNvSpPr txBox="1"/>
          <p:nvPr>
            <p:ph idx="12" type="sldNum"/>
          </p:nvPr>
        </p:nvSpPr>
        <p:spPr>
          <a:xfrm>
            <a:off x="6457950" y="4767263"/>
            <a:ext cx="2057400" cy="2739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31" name="Shape 131"/>
        <p:cNvGrpSpPr/>
        <p:nvPr/>
      </p:nvGrpSpPr>
      <p:grpSpPr>
        <a:xfrm>
          <a:off x="0" y="0"/>
          <a:ext cx="0" cy="0"/>
          <a:chOff x="0" y="0"/>
          <a:chExt cx="0" cy="0"/>
        </a:xfrm>
      </p:grpSpPr>
      <p:sp>
        <p:nvSpPr>
          <p:cNvPr id="132" name="Google Shape;132;p21"/>
          <p:cNvSpPr txBox="1"/>
          <p:nvPr>
            <p:ph type="title"/>
          </p:nvPr>
        </p:nvSpPr>
        <p:spPr>
          <a:xfrm>
            <a:off x="629841" y="342900"/>
            <a:ext cx="2949300" cy="12003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400"/>
              <a:buFont typeface="Play"/>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3" name="Google Shape;133;p21"/>
          <p:cNvSpPr txBox="1"/>
          <p:nvPr>
            <p:ph idx="1" type="body"/>
          </p:nvPr>
        </p:nvSpPr>
        <p:spPr>
          <a:xfrm>
            <a:off x="3887391" y="740570"/>
            <a:ext cx="4629300" cy="3655200"/>
          </a:xfrm>
          <a:prstGeom prst="rect">
            <a:avLst/>
          </a:prstGeom>
          <a:noFill/>
          <a:ln>
            <a:noFill/>
          </a:ln>
        </p:spPr>
        <p:txBody>
          <a:bodyPr anchorCtr="0" anchor="t" bIns="45700" lIns="91425" spcFirstLastPara="1" rIns="91425" wrap="square" tIns="45700">
            <a:normAutofit/>
          </a:bodyPr>
          <a:lstStyle>
            <a:lvl1pPr indent="-381000" lvl="0" marL="457200" algn="l">
              <a:lnSpc>
                <a:spcPct val="90000"/>
              </a:lnSpc>
              <a:spcBef>
                <a:spcPts val="750"/>
              </a:spcBef>
              <a:spcAft>
                <a:spcPts val="0"/>
              </a:spcAft>
              <a:buClr>
                <a:schemeClr val="dk1"/>
              </a:buClr>
              <a:buSzPts val="2400"/>
              <a:buChar char="•"/>
              <a:defRPr sz="2400"/>
            </a:lvl1pPr>
            <a:lvl2pPr indent="-361950" lvl="1" marL="914400" algn="l">
              <a:lnSpc>
                <a:spcPct val="90000"/>
              </a:lnSpc>
              <a:spcBef>
                <a:spcPts val="375"/>
              </a:spcBef>
              <a:spcAft>
                <a:spcPts val="0"/>
              </a:spcAft>
              <a:buClr>
                <a:schemeClr val="dk1"/>
              </a:buClr>
              <a:buSzPts val="2100"/>
              <a:buChar char="•"/>
              <a:defRPr sz="2100"/>
            </a:lvl2pPr>
            <a:lvl3pPr indent="-342900" lvl="2" marL="1371600" algn="l">
              <a:lnSpc>
                <a:spcPct val="90000"/>
              </a:lnSpc>
              <a:spcBef>
                <a:spcPts val="375"/>
              </a:spcBef>
              <a:spcAft>
                <a:spcPts val="0"/>
              </a:spcAft>
              <a:buClr>
                <a:schemeClr val="dk1"/>
              </a:buClr>
              <a:buSzPts val="1800"/>
              <a:buChar char="•"/>
              <a:defRPr sz="1800"/>
            </a:lvl3pPr>
            <a:lvl4pPr indent="-323850" lvl="3" marL="1828800" algn="l">
              <a:lnSpc>
                <a:spcPct val="90000"/>
              </a:lnSpc>
              <a:spcBef>
                <a:spcPts val="375"/>
              </a:spcBef>
              <a:spcAft>
                <a:spcPts val="0"/>
              </a:spcAft>
              <a:buClr>
                <a:schemeClr val="dk1"/>
              </a:buClr>
              <a:buSzPts val="1500"/>
              <a:buChar char="•"/>
              <a:defRPr sz="1500"/>
            </a:lvl4pPr>
            <a:lvl5pPr indent="-323850" lvl="4" marL="2286000" algn="l">
              <a:lnSpc>
                <a:spcPct val="90000"/>
              </a:lnSpc>
              <a:spcBef>
                <a:spcPts val="375"/>
              </a:spcBef>
              <a:spcAft>
                <a:spcPts val="0"/>
              </a:spcAft>
              <a:buClr>
                <a:schemeClr val="dk1"/>
              </a:buClr>
              <a:buSzPts val="1500"/>
              <a:buChar char="•"/>
              <a:defRPr sz="1500"/>
            </a:lvl5pPr>
            <a:lvl6pPr indent="-323850" lvl="5" marL="2743200" algn="l">
              <a:lnSpc>
                <a:spcPct val="90000"/>
              </a:lnSpc>
              <a:spcBef>
                <a:spcPts val="375"/>
              </a:spcBef>
              <a:spcAft>
                <a:spcPts val="0"/>
              </a:spcAft>
              <a:buClr>
                <a:schemeClr val="dk1"/>
              </a:buClr>
              <a:buSzPts val="1500"/>
              <a:buChar char="•"/>
              <a:defRPr sz="1500"/>
            </a:lvl6pPr>
            <a:lvl7pPr indent="-323850" lvl="6" marL="3200400" algn="l">
              <a:lnSpc>
                <a:spcPct val="90000"/>
              </a:lnSpc>
              <a:spcBef>
                <a:spcPts val="375"/>
              </a:spcBef>
              <a:spcAft>
                <a:spcPts val="0"/>
              </a:spcAft>
              <a:buClr>
                <a:schemeClr val="dk1"/>
              </a:buClr>
              <a:buSzPts val="1500"/>
              <a:buChar char="•"/>
              <a:defRPr sz="1500"/>
            </a:lvl7pPr>
            <a:lvl8pPr indent="-323850" lvl="7" marL="3657600" algn="l">
              <a:lnSpc>
                <a:spcPct val="90000"/>
              </a:lnSpc>
              <a:spcBef>
                <a:spcPts val="375"/>
              </a:spcBef>
              <a:spcAft>
                <a:spcPts val="0"/>
              </a:spcAft>
              <a:buClr>
                <a:schemeClr val="dk1"/>
              </a:buClr>
              <a:buSzPts val="1500"/>
              <a:buChar char="•"/>
              <a:defRPr sz="1500"/>
            </a:lvl8pPr>
            <a:lvl9pPr indent="-323850" lvl="8" marL="4114800" algn="l">
              <a:lnSpc>
                <a:spcPct val="90000"/>
              </a:lnSpc>
              <a:spcBef>
                <a:spcPts val="375"/>
              </a:spcBef>
              <a:spcAft>
                <a:spcPts val="0"/>
              </a:spcAft>
              <a:buClr>
                <a:schemeClr val="dk1"/>
              </a:buClr>
              <a:buSzPts val="1500"/>
              <a:buChar char="•"/>
              <a:defRPr sz="1500"/>
            </a:lvl9pPr>
          </a:lstStyle>
          <a:p/>
        </p:txBody>
      </p:sp>
      <p:sp>
        <p:nvSpPr>
          <p:cNvPr id="134" name="Google Shape;134;p21"/>
          <p:cNvSpPr txBox="1"/>
          <p:nvPr>
            <p:ph idx="2" type="body"/>
          </p:nvPr>
        </p:nvSpPr>
        <p:spPr>
          <a:xfrm>
            <a:off x="629841" y="1543050"/>
            <a:ext cx="2949300" cy="28587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200"/>
              <a:buNone/>
              <a:defRPr sz="1200"/>
            </a:lvl1pPr>
            <a:lvl2pPr indent="-228600" lvl="1" marL="914400" algn="l">
              <a:lnSpc>
                <a:spcPct val="90000"/>
              </a:lnSpc>
              <a:spcBef>
                <a:spcPts val="375"/>
              </a:spcBef>
              <a:spcAft>
                <a:spcPts val="0"/>
              </a:spcAft>
              <a:buClr>
                <a:schemeClr val="dk1"/>
              </a:buClr>
              <a:buSzPts val="1050"/>
              <a:buNone/>
              <a:defRPr sz="1050"/>
            </a:lvl2pPr>
            <a:lvl3pPr indent="-228600" lvl="2" marL="1371600" algn="l">
              <a:lnSpc>
                <a:spcPct val="90000"/>
              </a:lnSpc>
              <a:spcBef>
                <a:spcPts val="375"/>
              </a:spcBef>
              <a:spcAft>
                <a:spcPts val="0"/>
              </a:spcAft>
              <a:buClr>
                <a:schemeClr val="dk1"/>
              </a:buClr>
              <a:buSzPts val="900"/>
              <a:buNone/>
              <a:defRPr sz="900"/>
            </a:lvl3pPr>
            <a:lvl4pPr indent="-228600" lvl="3" marL="1828800" algn="l">
              <a:lnSpc>
                <a:spcPct val="90000"/>
              </a:lnSpc>
              <a:spcBef>
                <a:spcPts val="375"/>
              </a:spcBef>
              <a:spcAft>
                <a:spcPts val="0"/>
              </a:spcAft>
              <a:buClr>
                <a:schemeClr val="dk1"/>
              </a:buClr>
              <a:buSzPts val="750"/>
              <a:buNone/>
              <a:defRPr sz="750"/>
            </a:lvl4pPr>
            <a:lvl5pPr indent="-228600" lvl="4" marL="2286000" algn="l">
              <a:lnSpc>
                <a:spcPct val="90000"/>
              </a:lnSpc>
              <a:spcBef>
                <a:spcPts val="375"/>
              </a:spcBef>
              <a:spcAft>
                <a:spcPts val="0"/>
              </a:spcAft>
              <a:buClr>
                <a:schemeClr val="dk1"/>
              </a:buClr>
              <a:buSzPts val="7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135" name="Google Shape;135;p21"/>
          <p:cNvSpPr txBox="1"/>
          <p:nvPr>
            <p:ph idx="10" type="dt"/>
          </p:nvPr>
        </p:nvSpPr>
        <p:spPr>
          <a:xfrm>
            <a:off x="628650" y="4767263"/>
            <a:ext cx="2057400" cy="27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6" name="Google Shape;136;p21"/>
          <p:cNvSpPr txBox="1"/>
          <p:nvPr>
            <p:ph idx="11" type="ftr"/>
          </p:nvPr>
        </p:nvSpPr>
        <p:spPr>
          <a:xfrm>
            <a:off x="3028950" y="4767263"/>
            <a:ext cx="30861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7" name="Google Shape;137;p21"/>
          <p:cNvSpPr txBox="1"/>
          <p:nvPr>
            <p:ph idx="12" type="sldNum"/>
          </p:nvPr>
        </p:nvSpPr>
        <p:spPr>
          <a:xfrm>
            <a:off x="6457950" y="4767263"/>
            <a:ext cx="2057400" cy="2739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38" name="Shape 138"/>
        <p:cNvGrpSpPr/>
        <p:nvPr/>
      </p:nvGrpSpPr>
      <p:grpSpPr>
        <a:xfrm>
          <a:off x="0" y="0"/>
          <a:ext cx="0" cy="0"/>
          <a:chOff x="0" y="0"/>
          <a:chExt cx="0" cy="0"/>
        </a:xfrm>
      </p:grpSpPr>
      <p:sp>
        <p:nvSpPr>
          <p:cNvPr id="139" name="Google Shape;139;p22"/>
          <p:cNvSpPr txBox="1"/>
          <p:nvPr>
            <p:ph type="title"/>
          </p:nvPr>
        </p:nvSpPr>
        <p:spPr>
          <a:xfrm>
            <a:off x="629841" y="342900"/>
            <a:ext cx="2949300" cy="12003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400"/>
              <a:buFont typeface="Play"/>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0" name="Google Shape;140;p22"/>
          <p:cNvSpPr/>
          <p:nvPr>
            <p:ph idx="2" type="pic"/>
          </p:nvPr>
        </p:nvSpPr>
        <p:spPr>
          <a:xfrm>
            <a:off x="3887391" y="740570"/>
            <a:ext cx="4629300" cy="3655200"/>
          </a:xfrm>
          <a:prstGeom prst="rect">
            <a:avLst/>
          </a:prstGeom>
          <a:noFill/>
          <a:ln>
            <a:noFill/>
          </a:ln>
        </p:spPr>
      </p:sp>
      <p:sp>
        <p:nvSpPr>
          <p:cNvPr id="141" name="Google Shape;141;p22"/>
          <p:cNvSpPr txBox="1"/>
          <p:nvPr>
            <p:ph idx="1" type="body"/>
          </p:nvPr>
        </p:nvSpPr>
        <p:spPr>
          <a:xfrm>
            <a:off x="629841" y="1543050"/>
            <a:ext cx="2949300" cy="28587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200"/>
              <a:buNone/>
              <a:defRPr sz="1200"/>
            </a:lvl1pPr>
            <a:lvl2pPr indent="-228600" lvl="1" marL="914400" algn="l">
              <a:lnSpc>
                <a:spcPct val="90000"/>
              </a:lnSpc>
              <a:spcBef>
                <a:spcPts val="375"/>
              </a:spcBef>
              <a:spcAft>
                <a:spcPts val="0"/>
              </a:spcAft>
              <a:buClr>
                <a:schemeClr val="dk1"/>
              </a:buClr>
              <a:buSzPts val="1050"/>
              <a:buNone/>
              <a:defRPr sz="1050"/>
            </a:lvl2pPr>
            <a:lvl3pPr indent="-228600" lvl="2" marL="1371600" algn="l">
              <a:lnSpc>
                <a:spcPct val="90000"/>
              </a:lnSpc>
              <a:spcBef>
                <a:spcPts val="375"/>
              </a:spcBef>
              <a:spcAft>
                <a:spcPts val="0"/>
              </a:spcAft>
              <a:buClr>
                <a:schemeClr val="dk1"/>
              </a:buClr>
              <a:buSzPts val="900"/>
              <a:buNone/>
              <a:defRPr sz="900"/>
            </a:lvl3pPr>
            <a:lvl4pPr indent="-228600" lvl="3" marL="1828800" algn="l">
              <a:lnSpc>
                <a:spcPct val="90000"/>
              </a:lnSpc>
              <a:spcBef>
                <a:spcPts val="375"/>
              </a:spcBef>
              <a:spcAft>
                <a:spcPts val="0"/>
              </a:spcAft>
              <a:buClr>
                <a:schemeClr val="dk1"/>
              </a:buClr>
              <a:buSzPts val="750"/>
              <a:buNone/>
              <a:defRPr sz="750"/>
            </a:lvl4pPr>
            <a:lvl5pPr indent="-228600" lvl="4" marL="2286000" algn="l">
              <a:lnSpc>
                <a:spcPct val="90000"/>
              </a:lnSpc>
              <a:spcBef>
                <a:spcPts val="375"/>
              </a:spcBef>
              <a:spcAft>
                <a:spcPts val="0"/>
              </a:spcAft>
              <a:buClr>
                <a:schemeClr val="dk1"/>
              </a:buClr>
              <a:buSzPts val="7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142" name="Google Shape;142;p22"/>
          <p:cNvSpPr txBox="1"/>
          <p:nvPr>
            <p:ph idx="10" type="dt"/>
          </p:nvPr>
        </p:nvSpPr>
        <p:spPr>
          <a:xfrm>
            <a:off x="628650" y="4767263"/>
            <a:ext cx="2057400" cy="27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3" name="Google Shape;143;p22"/>
          <p:cNvSpPr txBox="1"/>
          <p:nvPr>
            <p:ph idx="11" type="ftr"/>
          </p:nvPr>
        </p:nvSpPr>
        <p:spPr>
          <a:xfrm>
            <a:off x="3028950" y="4767263"/>
            <a:ext cx="30861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4" name="Google Shape;144;p22"/>
          <p:cNvSpPr txBox="1"/>
          <p:nvPr>
            <p:ph idx="12" type="sldNum"/>
          </p:nvPr>
        </p:nvSpPr>
        <p:spPr>
          <a:xfrm>
            <a:off x="6457950" y="4767263"/>
            <a:ext cx="2057400" cy="2739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45" name="Shape 145"/>
        <p:cNvGrpSpPr/>
        <p:nvPr/>
      </p:nvGrpSpPr>
      <p:grpSpPr>
        <a:xfrm>
          <a:off x="0" y="0"/>
          <a:ext cx="0" cy="0"/>
          <a:chOff x="0" y="0"/>
          <a:chExt cx="0" cy="0"/>
        </a:xfrm>
      </p:grpSpPr>
      <p:sp>
        <p:nvSpPr>
          <p:cNvPr id="146" name="Google Shape;146;p23"/>
          <p:cNvSpPr txBox="1"/>
          <p:nvPr>
            <p:ph type="title"/>
          </p:nvPr>
        </p:nvSpPr>
        <p:spPr>
          <a:xfrm>
            <a:off x="628650" y="273844"/>
            <a:ext cx="7886700" cy="9942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7" name="Google Shape;147;p23"/>
          <p:cNvSpPr txBox="1"/>
          <p:nvPr>
            <p:ph idx="1" type="body"/>
          </p:nvPr>
        </p:nvSpPr>
        <p:spPr>
          <a:xfrm rot="5400000">
            <a:off x="2940300" y="-942431"/>
            <a:ext cx="3263400" cy="78867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48" name="Google Shape;148;p23"/>
          <p:cNvSpPr txBox="1"/>
          <p:nvPr>
            <p:ph idx="10" type="dt"/>
          </p:nvPr>
        </p:nvSpPr>
        <p:spPr>
          <a:xfrm>
            <a:off x="628650" y="4767263"/>
            <a:ext cx="2057400" cy="27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9" name="Google Shape;149;p23"/>
          <p:cNvSpPr txBox="1"/>
          <p:nvPr>
            <p:ph idx="11" type="ftr"/>
          </p:nvPr>
        </p:nvSpPr>
        <p:spPr>
          <a:xfrm>
            <a:off x="3028950" y="4767263"/>
            <a:ext cx="30861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0" name="Google Shape;150;p23"/>
          <p:cNvSpPr txBox="1"/>
          <p:nvPr>
            <p:ph idx="12" type="sldNum"/>
          </p:nvPr>
        </p:nvSpPr>
        <p:spPr>
          <a:xfrm>
            <a:off x="6457950" y="4767263"/>
            <a:ext cx="2057400" cy="2739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51" name="Shape 151"/>
        <p:cNvGrpSpPr/>
        <p:nvPr/>
      </p:nvGrpSpPr>
      <p:grpSpPr>
        <a:xfrm>
          <a:off x="0" y="0"/>
          <a:ext cx="0" cy="0"/>
          <a:chOff x="0" y="0"/>
          <a:chExt cx="0" cy="0"/>
        </a:xfrm>
      </p:grpSpPr>
      <p:sp>
        <p:nvSpPr>
          <p:cNvPr id="152" name="Google Shape;152;p24"/>
          <p:cNvSpPr txBox="1"/>
          <p:nvPr>
            <p:ph type="title"/>
          </p:nvPr>
        </p:nvSpPr>
        <p:spPr>
          <a:xfrm rot="5400000">
            <a:off x="5350050" y="1467544"/>
            <a:ext cx="4359000" cy="19716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3" name="Google Shape;153;p24"/>
          <p:cNvSpPr txBox="1"/>
          <p:nvPr>
            <p:ph idx="1" type="body"/>
          </p:nvPr>
        </p:nvSpPr>
        <p:spPr>
          <a:xfrm rot="5400000">
            <a:off x="1349475" y="-447056"/>
            <a:ext cx="4359000" cy="58008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54" name="Google Shape;154;p24"/>
          <p:cNvSpPr txBox="1"/>
          <p:nvPr>
            <p:ph idx="10" type="dt"/>
          </p:nvPr>
        </p:nvSpPr>
        <p:spPr>
          <a:xfrm>
            <a:off x="628650" y="4767263"/>
            <a:ext cx="2057400" cy="27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5" name="Google Shape;155;p24"/>
          <p:cNvSpPr txBox="1"/>
          <p:nvPr>
            <p:ph idx="11" type="ftr"/>
          </p:nvPr>
        </p:nvSpPr>
        <p:spPr>
          <a:xfrm>
            <a:off x="3028950" y="4767263"/>
            <a:ext cx="30861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6" name="Google Shape;156;p24"/>
          <p:cNvSpPr txBox="1"/>
          <p:nvPr>
            <p:ph idx="12" type="sldNum"/>
          </p:nvPr>
        </p:nvSpPr>
        <p:spPr>
          <a:xfrm>
            <a:off x="6457950" y="4767263"/>
            <a:ext cx="2057400" cy="2739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g3f6513b8131_34_0)">
  <p:cSld name="Generated (g3f6513b8131_34_0)">
    <p:spTree>
      <p:nvGrpSpPr>
        <p:cNvPr id="157" name="Shape 157"/>
        <p:cNvGrpSpPr/>
        <p:nvPr/>
      </p:nvGrpSpPr>
      <p:grpSpPr>
        <a:xfrm>
          <a:off x="0" y="0"/>
          <a:ext cx="0" cy="0"/>
          <a:chOff x="0" y="0"/>
          <a:chExt cx="0" cy="0"/>
        </a:xfrm>
      </p:grpSpPr>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g3f6513b8131_27_0)">
  <p:cSld name="Generated (g3f6513b8131_27_0)">
    <p:spTree>
      <p:nvGrpSpPr>
        <p:cNvPr id="158" name="Shape 158"/>
        <p:cNvGrpSpPr/>
        <p:nvPr/>
      </p:nvGrpSpPr>
      <p:grpSpPr>
        <a:xfrm>
          <a:off x="0" y="0"/>
          <a:ext cx="0" cy="0"/>
          <a:chOff x="0" y="0"/>
          <a:chExt cx="0" cy="0"/>
        </a:xfrm>
      </p:grpSpPr>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g3f6513b8131_20_0)">
  <p:cSld name="Generated (g3f6513b8131_20_0)">
    <p:spTree>
      <p:nvGrpSpPr>
        <p:cNvPr id="159" name="Shape 159"/>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g3f6513b8131_13_0)">
  <p:cSld name="Generated (g3f6513b8131_13_0)">
    <p:spTree>
      <p:nvGrpSpPr>
        <p:cNvPr id="160" name="Shape 160"/>
        <p:cNvGrpSpPr/>
        <p:nvPr/>
      </p:nvGrpSpPr>
      <p:grpSpPr>
        <a:xfrm>
          <a:off x="0" y="0"/>
          <a:ext cx="0" cy="0"/>
          <a:chOff x="0" y="0"/>
          <a:chExt cx="0" cy="0"/>
        </a:xfrm>
      </p:grpSpPr>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g3f6513b8131_6_0)">
  <p:cSld name="Generated (g3f6513b8131_6_0)">
    <p:spTree>
      <p:nvGrpSpPr>
        <p:cNvPr id="161" name="Shape 161"/>
        <p:cNvGrpSpPr/>
        <p:nvPr/>
      </p:nvGrpSpPr>
      <p:grpSpPr>
        <a:xfrm>
          <a:off x="0" y="0"/>
          <a:ext cx="0" cy="0"/>
          <a:chOff x="0" y="0"/>
          <a:chExt cx="0" cy="0"/>
        </a:xfrm>
      </p:grpSpPr>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g3f983d48d2d_52_0)">
  <p:cSld name="Generated (g3f983d48d2d_52_0)">
    <p:spTree>
      <p:nvGrpSpPr>
        <p:cNvPr id="162" name="Shape 162"/>
        <p:cNvGrpSpPr/>
        <p:nvPr/>
      </p:nvGrpSpPr>
      <p:grpSpPr>
        <a:xfrm>
          <a:off x="0" y="0"/>
          <a:ext cx="0" cy="0"/>
          <a:chOff x="0" y="0"/>
          <a:chExt cx="0" cy="0"/>
        </a:xfrm>
      </p:grpSpPr>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g3f983d48d2d_45_0)">
  <p:cSld name="Generated (g3f983d48d2d_45_0)">
    <p:spTree>
      <p:nvGrpSpPr>
        <p:cNvPr id="163" name="Shape 163"/>
        <p:cNvGrpSpPr/>
        <p:nvPr/>
      </p:nvGrpSpPr>
      <p:grpSpPr>
        <a:xfrm>
          <a:off x="0" y="0"/>
          <a:ext cx="0" cy="0"/>
          <a:chOff x="0" y="0"/>
          <a:chExt cx="0" cy="0"/>
        </a:xfrm>
      </p:grpSpPr>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g3f983d48d2d_38_0)">
  <p:cSld name="Generated (g3f983d48d2d_38_0)">
    <p:spTree>
      <p:nvGrpSpPr>
        <p:cNvPr id="164" name="Shape 164"/>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0" Type="http://schemas.openxmlformats.org/officeDocument/2006/relationships/theme" Target="../theme/theme1.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5" Type="http://schemas.openxmlformats.org/officeDocument/2006/relationships/slideLayout" Target="../slideLayouts/slideLayout16.xml"/><Relationship Id="rId19" Type="http://schemas.openxmlformats.org/officeDocument/2006/relationships/slideLayout" Target="../slideLayouts/slideLayout30.xml"/><Relationship Id="rId6" Type="http://schemas.openxmlformats.org/officeDocument/2006/relationships/slideLayout" Target="../slideLayouts/slideLayout17.xml"/><Relationship Id="rId18" Type="http://schemas.openxmlformats.org/officeDocument/2006/relationships/slideLayout" Target="../slideLayouts/slideLayout29.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628650" y="273845"/>
            <a:ext cx="7886700" cy="994172"/>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3300"/>
              <a:buFont typeface="Play"/>
              <a:buNone/>
              <a:defRPr b="0" i="0" sz="3300" u="none" cap="none" strike="noStrik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628650" y="1369219"/>
            <a:ext cx="7886700" cy="3263504"/>
          </a:xfrm>
          <a:prstGeom prst="rect">
            <a:avLst/>
          </a:prstGeom>
          <a:noFill/>
          <a:ln>
            <a:noFill/>
          </a:ln>
        </p:spPr>
        <p:txBody>
          <a:bodyPr anchorCtr="0" anchor="t" bIns="45700" lIns="91425" spcFirstLastPara="1" rIns="91425" wrap="square" tIns="45700">
            <a:normAutofit/>
          </a:bodyPr>
          <a:lstStyle>
            <a:lvl1pPr indent="-361950" lvl="0" marL="457200" marR="0" rtl="0" algn="l">
              <a:lnSpc>
                <a:spcPct val="90000"/>
              </a:lnSpc>
              <a:spcBef>
                <a:spcPts val="75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9pPr>
          </a:lstStyle>
          <a:p/>
        </p:txBody>
      </p:sp>
      <p:sp>
        <p:nvSpPr>
          <p:cNvPr id="8" name="Google Shape;8;p1"/>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9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9" name="Google Shape;9;p1"/>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9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0" name="Google Shape;10;p1"/>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900" u="none" cap="none" strike="noStrike">
                <a:solidFill>
                  <a:srgbClr val="757575"/>
                </a:solidFill>
                <a:latin typeface="Arial"/>
                <a:ea typeface="Arial"/>
                <a:cs typeface="Arial"/>
                <a:sym typeface="Arial"/>
              </a:defRPr>
            </a:lvl1pPr>
            <a:lvl2pPr indent="0" lvl="1" marL="0" marR="0" rtl="0" algn="r">
              <a:spcBef>
                <a:spcPts val="0"/>
              </a:spcBef>
              <a:buNone/>
              <a:defRPr b="0" i="0" sz="900" u="none" cap="none" strike="noStrike">
                <a:solidFill>
                  <a:srgbClr val="757575"/>
                </a:solidFill>
                <a:latin typeface="Arial"/>
                <a:ea typeface="Arial"/>
                <a:cs typeface="Arial"/>
                <a:sym typeface="Arial"/>
              </a:defRPr>
            </a:lvl2pPr>
            <a:lvl3pPr indent="0" lvl="2" marL="0" marR="0" rtl="0" algn="r">
              <a:spcBef>
                <a:spcPts val="0"/>
              </a:spcBef>
              <a:buNone/>
              <a:defRPr b="0" i="0" sz="900" u="none" cap="none" strike="noStrike">
                <a:solidFill>
                  <a:srgbClr val="757575"/>
                </a:solidFill>
                <a:latin typeface="Arial"/>
                <a:ea typeface="Arial"/>
                <a:cs typeface="Arial"/>
                <a:sym typeface="Arial"/>
              </a:defRPr>
            </a:lvl3pPr>
            <a:lvl4pPr indent="0" lvl="3" marL="0" marR="0" rtl="0" algn="r">
              <a:spcBef>
                <a:spcPts val="0"/>
              </a:spcBef>
              <a:buNone/>
              <a:defRPr b="0" i="0" sz="900" u="none" cap="none" strike="noStrike">
                <a:solidFill>
                  <a:srgbClr val="757575"/>
                </a:solidFill>
                <a:latin typeface="Arial"/>
                <a:ea typeface="Arial"/>
                <a:cs typeface="Arial"/>
                <a:sym typeface="Arial"/>
              </a:defRPr>
            </a:lvl4pPr>
            <a:lvl5pPr indent="0" lvl="4" marL="0" marR="0" rtl="0" algn="r">
              <a:spcBef>
                <a:spcPts val="0"/>
              </a:spcBef>
              <a:buNone/>
              <a:defRPr b="0" i="0" sz="900" u="none" cap="none" strike="noStrike">
                <a:solidFill>
                  <a:srgbClr val="757575"/>
                </a:solidFill>
                <a:latin typeface="Arial"/>
                <a:ea typeface="Arial"/>
                <a:cs typeface="Arial"/>
                <a:sym typeface="Arial"/>
              </a:defRPr>
            </a:lvl5pPr>
            <a:lvl6pPr indent="0" lvl="5" marL="0" marR="0" rtl="0" algn="r">
              <a:spcBef>
                <a:spcPts val="0"/>
              </a:spcBef>
              <a:buNone/>
              <a:defRPr b="0" i="0" sz="900" u="none" cap="none" strike="noStrike">
                <a:solidFill>
                  <a:srgbClr val="757575"/>
                </a:solidFill>
                <a:latin typeface="Arial"/>
                <a:ea typeface="Arial"/>
                <a:cs typeface="Arial"/>
                <a:sym typeface="Arial"/>
              </a:defRPr>
            </a:lvl6pPr>
            <a:lvl7pPr indent="0" lvl="6" marL="0" marR="0" rtl="0" algn="r">
              <a:spcBef>
                <a:spcPts val="0"/>
              </a:spcBef>
              <a:buNone/>
              <a:defRPr b="0" i="0" sz="900" u="none" cap="none" strike="noStrike">
                <a:solidFill>
                  <a:srgbClr val="757575"/>
                </a:solidFill>
                <a:latin typeface="Arial"/>
                <a:ea typeface="Arial"/>
                <a:cs typeface="Arial"/>
                <a:sym typeface="Arial"/>
              </a:defRPr>
            </a:lvl7pPr>
            <a:lvl8pPr indent="0" lvl="7" marL="0" marR="0" rtl="0" algn="r">
              <a:spcBef>
                <a:spcPts val="0"/>
              </a:spcBef>
              <a:buNone/>
              <a:defRPr b="0" i="0" sz="900" u="none" cap="none" strike="noStrike">
                <a:solidFill>
                  <a:srgbClr val="757575"/>
                </a:solidFill>
                <a:latin typeface="Arial"/>
                <a:ea typeface="Arial"/>
                <a:cs typeface="Arial"/>
                <a:sym typeface="Arial"/>
              </a:defRPr>
            </a:lvl8pPr>
            <a:lvl9pPr indent="0" lvl="8" marL="0" marR="0" rtl="0" algn="r">
              <a:spcBef>
                <a:spcPts val="0"/>
              </a:spcBef>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1" name="Shape 81"/>
        <p:cNvGrpSpPr/>
        <p:nvPr/>
      </p:nvGrpSpPr>
      <p:grpSpPr>
        <a:xfrm>
          <a:off x="0" y="0"/>
          <a:ext cx="0" cy="0"/>
          <a:chOff x="0" y="0"/>
          <a:chExt cx="0" cy="0"/>
        </a:xfrm>
      </p:grpSpPr>
      <p:sp>
        <p:nvSpPr>
          <p:cNvPr id="82" name="Google Shape;82;p13"/>
          <p:cNvSpPr txBox="1"/>
          <p:nvPr>
            <p:ph type="title"/>
          </p:nvPr>
        </p:nvSpPr>
        <p:spPr>
          <a:xfrm>
            <a:off x="628650" y="273844"/>
            <a:ext cx="7886700" cy="994200"/>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3300"/>
              <a:buFont typeface="Play"/>
              <a:buNone/>
              <a:defRPr b="0" i="0" sz="3300" u="none" cap="none" strike="noStrik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83" name="Google Shape;83;p13"/>
          <p:cNvSpPr txBox="1"/>
          <p:nvPr>
            <p:ph idx="1" type="body"/>
          </p:nvPr>
        </p:nvSpPr>
        <p:spPr>
          <a:xfrm>
            <a:off x="628650" y="1369219"/>
            <a:ext cx="7886700" cy="3263400"/>
          </a:xfrm>
          <a:prstGeom prst="rect">
            <a:avLst/>
          </a:prstGeom>
          <a:noFill/>
          <a:ln>
            <a:noFill/>
          </a:ln>
        </p:spPr>
        <p:txBody>
          <a:bodyPr anchorCtr="0" anchor="t" bIns="45700" lIns="91425" spcFirstLastPara="1" rIns="91425" wrap="square" tIns="45700">
            <a:normAutofit/>
          </a:bodyPr>
          <a:lstStyle>
            <a:lvl1pPr indent="-361950" lvl="0" marL="457200" marR="0" rtl="0" algn="l">
              <a:lnSpc>
                <a:spcPct val="90000"/>
              </a:lnSpc>
              <a:spcBef>
                <a:spcPts val="75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9pPr>
          </a:lstStyle>
          <a:p/>
        </p:txBody>
      </p:sp>
      <p:sp>
        <p:nvSpPr>
          <p:cNvPr id="84" name="Google Shape;84;p13"/>
          <p:cNvSpPr txBox="1"/>
          <p:nvPr>
            <p:ph idx="10" type="dt"/>
          </p:nvPr>
        </p:nvSpPr>
        <p:spPr>
          <a:xfrm>
            <a:off x="628650" y="4767263"/>
            <a:ext cx="2057400" cy="27390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9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5" name="Google Shape;85;p13"/>
          <p:cNvSpPr txBox="1"/>
          <p:nvPr>
            <p:ph idx="11" type="ftr"/>
          </p:nvPr>
        </p:nvSpPr>
        <p:spPr>
          <a:xfrm>
            <a:off x="3028950" y="4767263"/>
            <a:ext cx="3086100" cy="2739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9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6" name="Google Shape;86;p13"/>
          <p:cNvSpPr txBox="1"/>
          <p:nvPr>
            <p:ph idx="12" type="sldNum"/>
          </p:nvPr>
        </p:nvSpPr>
        <p:spPr>
          <a:xfrm>
            <a:off x="6457950" y="4767263"/>
            <a:ext cx="2057400" cy="273900"/>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900" u="none" cap="none" strike="noStrike">
                <a:solidFill>
                  <a:srgbClr val="757575"/>
                </a:solidFill>
                <a:latin typeface="Arial"/>
                <a:ea typeface="Arial"/>
                <a:cs typeface="Arial"/>
                <a:sym typeface="Arial"/>
              </a:defRPr>
            </a:lvl1pPr>
            <a:lvl2pPr indent="0" lvl="1" marL="0" marR="0" rtl="0" algn="r">
              <a:spcBef>
                <a:spcPts val="0"/>
              </a:spcBef>
              <a:buNone/>
              <a:defRPr b="0" i="0" sz="900" u="none" cap="none" strike="noStrike">
                <a:solidFill>
                  <a:srgbClr val="757575"/>
                </a:solidFill>
                <a:latin typeface="Arial"/>
                <a:ea typeface="Arial"/>
                <a:cs typeface="Arial"/>
                <a:sym typeface="Arial"/>
              </a:defRPr>
            </a:lvl2pPr>
            <a:lvl3pPr indent="0" lvl="2" marL="0" marR="0" rtl="0" algn="r">
              <a:spcBef>
                <a:spcPts val="0"/>
              </a:spcBef>
              <a:buNone/>
              <a:defRPr b="0" i="0" sz="900" u="none" cap="none" strike="noStrike">
                <a:solidFill>
                  <a:srgbClr val="757575"/>
                </a:solidFill>
                <a:latin typeface="Arial"/>
                <a:ea typeface="Arial"/>
                <a:cs typeface="Arial"/>
                <a:sym typeface="Arial"/>
              </a:defRPr>
            </a:lvl3pPr>
            <a:lvl4pPr indent="0" lvl="3" marL="0" marR="0" rtl="0" algn="r">
              <a:spcBef>
                <a:spcPts val="0"/>
              </a:spcBef>
              <a:buNone/>
              <a:defRPr b="0" i="0" sz="900" u="none" cap="none" strike="noStrike">
                <a:solidFill>
                  <a:srgbClr val="757575"/>
                </a:solidFill>
                <a:latin typeface="Arial"/>
                <a:ea typeface="Arial"/>
                <a:cs typeface="Arial"/>
                <a:sym typeface="Arial"/>
              </a:defRPr>
            </a:lvl4pPr>
            <a:lvl5pPr indent="0" lvl="4" marL="0" marR="0" rtl="0" algn="r">
              <a:spcBef>
                <a:spcPts val="0"/>
              </a:spcBef>
              <a:buNone/>
              <a:defRPr b="0" i="0" sz="900" u="none" cap="none" strike="noStrike">
                <a:solidFill>
                  <a:srgbClr val="757575"/>
                </a:solidFill>
                <a:latin typeface="Arial"/>
                <a:ea typeface="Arial"/>
                <a:cs typeface="Arial"/>
                <a:sym typeface="Arial"/>
              </a:defRPr>
            </a:lvl5pPr>
            <a:lvl6pPr indent="0" lvl="5" marL="0" marR="0" rtl="0" algn="r">
              <a:spcBef>
                <a:spcPts val="0"/>
              </a:spcBef>
              <a:buNone/>
              <a:defRPr b="0" i="0" sz="900" u="none" cap="none" strike="noStrike">
                <a:solidFill>
                  <a:srgbClr val="757575"/>
                </a:solidFill>
                <a:latin typeface="Arial"/>
                <a:ea typeface="Arial"/>
                <a:cs typeface="Arial"/>
                <a:sym typeface="Arial"/>
              </a:defRPr>
            </a:lvl6pPr>
            <a:lvl7pPr indent="0" lvl="6" marL="0" marR="0" rtl="0" algn="r">
              <a:spcBef>
                <a:spcPts val="0"/>
              </a:spcBef>
              <a:buNone/>
              <a:defRPr b="0" i="0" sz="900" u="none" cap="none" strike="noStrike">
                <a:solidFill>
                  <a:srgbClr val="757575"/>
                </a:solidFill>
                <a:latin typeface="Arial"/>
                <a:ea typeface="Arial"/>
                <a:cs typeface="Arial"/>
                <a:sym typeface="Arial"/>
              </a:defRPr>
            </a:lvl7pPr>
            <a:lvl8pPr indent="0" lvl="7" marL="0" marR="0" rtl="0" algn="r">
              <a:spcBef>
                <a:spcPts val="0"/>
              </a:spcBef>
              <a:buNone/>
              <a:defRPr b="0" i="0" sz="900" u="none" cap="none" strike="noStrike">
                <a:solidFill>
                  <a:srgbClr val="757575"/>
                </a:solidFill>
                <a:latin typeface="Arial"/>
                <a:ea typeface="Arial"/>
                <a:cs typeface="Arial"/>
                <a:sym typeface="Arial"/>
              </a:defRPr>
            </a:lvl8pPr>
            <a:lvl9pPr indent="0" lvl="8" marL="0" marR="0" rtl="0" algn="r">
              <a:spcBef>
                <a:spcPts val="0"/>
              </a:spcBef>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1.png"/><Relationship Id="rId6" Type="http://schemas.openxmlformats.org/officeDocument/2006/relationships/image" Target="../media/image3.png"/><Relationship Id="rId7" Type="http://schemas.openxmlformats.org/officeDocument/2006/relationships/image" Target="../media/image2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image" Target="../media/image3.png"/><Relationship Id="rId6" Type="http://schemas.openxmlformats.org/officeDocument/2006/relationships/image" Target="../media/image34.png"/><Relationship Id="rId7" Type="http://schemas.openxmlformats.org/officeDocument/2006/relationships/image" Target="../media/image18.png"/><Relationship Id="rId8" Type="http://schemas.openxmlformats.org/officeDocument/2006/relationships/image" Target="../media/image2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image" Target="../media/image3.png"/><Relationship Id="rId6" Type="http://schemas.openxmlformats.org/officeDocument/2006/relationships/image" Target="../media/image3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0.xml"/><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pic>
        <p:nvPicPr>
          <p:cNvPr id="169" name="Google Shape;169;p33"/>
          <p:cNvPicPr preferRelativeResize="0"/>
          <p:nvPr/>
        </p:nvPicPr>
        <p:blipFill rotWithShape="1">
          <a:blip r:embed="rId3">
            <a:alphaModFix/>
          </a:blip>
          <a:srcRect b="0" l="0" r="0" t="0"/>
          <a:stretch/>
        </p:blipFill>
        <p:spPr>
          <a:xfrm>
            <a:off x="594375" y="1307846"/>
            <a:ext cx="2467866" cy="940874"/>
          </a:xfrm>
          <a:prstGeom prst="rect">
            <a:avLst/>
          </a:prstGeom>
          <a:noFill/>
          <a:ln>
            <a:noFill/>
          </a:ln>
        </p:spPr>
      </p:pic>
      <p:sp>
        <p:nvSpPr>
          <p:cNvPr id="170" name="Google Shape;170;p33"/>
          <p:cNvSpPr/>
          <p:nvPr/>
        </p:nvSpPr>
        <p:spPr>
          <a:xfrm>
            <a:off x="4415831" y="1307846"/>
            <a:ext cx="45639" cy="1041427"/>
          </a:xfrm>
          <a:prstGeom prst="rect">
            <a:avLst/>
          </a:prstGeom>
          <a:solidFill>
            <a:srgbClr val="9700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350" u="none" cap="none" strike="noStrike">
              <a:solidFill>
                <a:schemeClr val="lt1"/>
              </a:solidFill>
              <a:latin typeface="Arial"/>
              <a:ea typeface="Arial"/>
              <a:cs typeface="Arial"/>
              <a:sym typeface="Arial"/>
            </a:endParaRPr>
          </a:p>
        </p:txBody>
      </p:sp>
      <p:sp>
        <p:nvSpPr>
          <p:cNvPr id="171" name="Google Shape;171;p33"/>
          <p:cNvSpPr txBox="1"/>
          <p:nvPr/>
        </p:nvSpPr>
        <p:spPr>
          <a:xfrm>
            <a:off x="2617022" y="2667450"/>
            <a:ext cx="3597600" cy="347400"/>
          </a:xfrm>
          <a:prstGeom prst="rect">
            <a:avLst/>
          </a:prstGeom>
          <a:no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rgbClr val="9700FF"/>
              </a:buClr>
              <a:buSzPts val="2800"/>
              <a:buFont typeface="Arial Narrow"/>
              <a:buNone/>
            </a:pPr>
            <a:r>
              <a:rPr b="1" i="0" lang="en" sz="2800" u="none" cap="none" strike="noStrike">
                <a:solidFill>
                  <a:srgbClr val="9700FF"/>
                </a:solidFill>
                <a:latin typeface="Arial Narrow"/>
                <a:ea typeface="Arial Narrow"/>
                <a:cs typeface="Arial Narrow"/>
                <a:sym typeface="Arial Narrow"/>
              </a:rPr>
              <a:t>Credixa</a:t>
            </a:r>
            <a:endParaRPr b="1" i="0" sz="2800" u="none" cap="none" strike="noStrike">
              <a:solidFill>
                <a:srgbClr val="9700FF"/>
              </a:solidFill>
              <a:latin typeface="Arial Narrow"/>
              <a:ea typeface="Arial Narrow"/>
              <a:cs typeface="Arial Narrow"/>
              <a:sym typeface="Arial Narrow"/>
            </a:endParaRPr>
          </a:p>
        </p:txBody>
      </p:sp>
      <p:sp>
        <p:nvSpPr>
          <p:cNvPr id="172" name="Google Shape;172;p33"/>
          <p:cNvSpPr txBox="1"/>
          <p:nvPr/>
        </p:nvSpPr>
        <p:spPr>
          <a:xfrm>
            <a:off x="4695825" y="1331954"/>
            <a:ext cx="3520300" cy="571482"/>
          </a:xfrm>
          <a:prstGeom prst="rect">
            <a:avLst/>
          </a:prstGeom>
          <a:no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rgbClr val="9933FF"/>
              </a:buClr>
              <a:buSzPts val="1200"/>
              <a:buFont typeface="Arial"/>
              <a:buNone/>
            </a:pPr>
            <a:r>
              <a:rPr b="1" i="0" lang="en" sz="1200" u="none" cap="none" strike="noStrike">
                <a:solidFill>
                  <a:srgbClr val="9933FF"/>
                </a:solidFill>
                <a:latin typeface="Arial"/>
                <a:ea typeface="Arial"/>
                <a:cs typeface="Arial"/>
                <a:sym typeface="Arial"/>
              </a:rPr>
              <a:t>Presented by:</a:t>
            </a:r>
            <a:endParaRPr/>
          </a:p>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000000"/>
                </a:solidFill>
                <a:latin typeface="Arial"/>
                <a:ea typeface="Arial"/>
                <a:cs typeface="Arial"/>
                <a:sym typeface="Arial"/>
              </a:rPr>
              <a:t>Md. Kamran Alam</a:t>
            </a:r>
            <a:endParaRPr/>
          </a:p>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000000"/>
                </a:solidFill>
                <a:latin typeface="Arial"/>
                <a:ea typeface="Arial"/>
                <a:cs typeface="Arial"/>
                <a:sym typeface="Arial"/>
              </a:rPr>
              <a:t>Devansh Jaiswal</a:t>
            </a:r>
            <a:endParaRPr b="1" i="0" sz="1800" u="none" cap="none" strike="noStrike">
              <a:solidFill>
                <a:srgbClr val="000000"/>
              </a:solidFill>
              <a:latin typeface="Arial"/>
              <a:ea typeface="Arial"/>
              <a:cs typeface="Arial"/>
              <a:sym typeface="Arial"/>
            </a:endParaRPr>
          </a:p>
        </p:txBody>
      </p:sp>
      <p:sp>
        <p:nvSpPr>
          <p:cNvPr id="173" name="Google Shape;173;p33"/>
          <p:cNvSpPr txBox="1"/>
          <p:nvPr/>
        </p:nvSpPr>
        <p:spPr>
          <a:xfrm>
            <a:off x="2655681" y="3615810"/>
            <a:ext cx="3520300" cy="571482"/>
          </a:xfrm>
          <a:prstGeom prst="rect">
            <a:avLst/>
          </a:prstGeom>
          <a:no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chemeClr val="dk1"/>
              </a:buClr>
              <a:buSzPts val="1200"/>
              <a:buFont typeface="Arial"/>
              <a:buNone/>
            </a:pPr>
            <a:r>
              <a:rPr b="1" i="0" lang="en" sz="1200" u="none" cap="none" strike="noStrike">
                <a:solidFill>
                  <a:schemeClr val="dk1"/>
                </a:solidFill>
                <a:latin typeface="Arial"/>
                <a:ea typeface="Arial"/>
                <a:cs typeface="Arial"/>
                <a:sym typeface="Arial"/>
              </a:rPr>
              <a:t>Under the guidance of</a:t>
            </a:r>
            <a:endParaRPr/>
          </a:p>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000000"/>
                </a:solidFill>
                <a:latin typeface="Arial"/>
                <a:ea typeface="Arial"/>
                <a:cs typeface="Arial"/>
                <a:sym typeface="Arial"/>
              </a:rPr>
              <a:t>Raj Kumar R.</a:t>
            </a:r>
            <a:endParaRPr/>
          </a:p>
        </p:txBody>
      </p:sp>
      <p:sp>
        <p:nvSpPr>
          <p:cNvPr id="174" name="Google Shape;174;p33"/>
          <p:cNvSpPr txBox="1"/>
          <p:nvPr/>
        </p:nvSpPr>
        <p:spPr>
          <a:xfrm>
            <a:off x="2678500" y="3014850"/>
            <a:ext cx="3520200" cy="2655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000000"/>
                </a:solidFill>
                <a:latin typeface="Arial"/>
                <a:ea typeface="Arial"/>
                <a:cs typeface="Arial"/>
                <a:sym typeface="Arial"/>
              </a:rPr>
              <a:t>BSc CS (</a:t>
            </a:r>
            <a:r>
              <a:rPr b="1" lang="en" sz="1800"/>
              <a:t>2026</a:t>
            </a:r>
            <a:r>
              <a:rPr b="1" i="0" lang="en" sz="1800" u="none" cap="none" strike="noStrike">
                <a:solidFill>
                  <a:srgbClr val="000000"/>
                </a:solidFill>
                <a:latin typeface="Arial"/>
                <a:ea typeface="Arial"/>
                <a:cs typeface="Arial"/>
                <a:sym typeface="Arial"/>
              </a:rPr>
              <a:t>)</a:t>
            </a:r>
            <a:endParaRPr b="1" i="0" sz="18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34"/>
          <p:cNvSpPr txBox="1"/>
          <p:nvPr>
            <p:ph type="title"/>
          </p:nvPr>
        </p:nvSpPr>
        <p:spPr>
          <a:xfrm>
            <a:off x="331470" y="262415"/>
            <a:ext cx="6995100" cy="6981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Arial Narrow"/>
              <a:buNone/>
            </a:pPr>
            <a:r>
              <a:rPr b="1" i="0" lang="en">
                <a:latin typeface="Arial Narrow"/>
                <a:ea typeface="Arial Narrow"/>
                <a:cs typeface="Arial Narrow"/>
                <a:sym typeface="Arial Narrow"/>
              </a:rPr>
              <a:t>Problem Statement</a:t>
            </a:r>
            <a:endParaRPr/>
          </a:p>
        </p:txBody>
      </p:sp>
      <p:grpSp>
        <p:nvGrpSpPr>
          <p:cNvPr id="180" name="Google Shape;180;p34"/>
          <p:cNvGrpSpPr/>
          <p:nvPr/>
        </p:nvGrpSpPr>
        <p:grpSpPr>
          <a:xfrm>
            <a:off x="400050" y="1381125"/>
            <a:ext cx="2628900" cy="3095700"/>
            <a:chOff x="0" y="0"/>
            <a:chExt cx="2628900" cy="3095700"/>
          </a:xfrm>
        </p:grpSpPr>
        <p:sp>
          <p:nvSpPr>
            <p:cNvPr id="181" name="Google Shape;181;p34"/>
            <p:cNvSpPr/>
            <p:nvPr/>
          </p:nvSpPr>
          <p:spPr>
            <a:xfrm>
              <a:off x="0" y="0"/>
              <a:ext cx="2628900" cy="3095700"/>
            </a:xfrm>
            <a:prstGeom prst="roundRect">
              <a:avLst>
                <a:gd fmla="val 2898"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2" name="Google Shape;182;p34"/>
            <p:cNvSpPr/>
            <p:nvPr/>
          </p:nvSpPr>
          <p:spPr>
            <a:xfrm>
              <a:off x="0" y="0"/>
              <a:ext cx="2628900" cy="38100"/>
            </a:xfrm>
            <a:prstGeom prst="roundRect">
              <a:avLst>
                <a:gd fmla="val 50000" name="adj"/>
              </a:avLst>
            </a:prstGeom>
            <a:solidFill>
              <a:srgbClr val="9700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3" name="Google Shape;183;p34"/>
            <p:cNvSpPr txBox="1"/>
            <p:nvPr/>
          </p:nvSpPr>
          <p:spPr>
            <a:xfrm>
              <a:off x="0" y="0"/>
              <a:ext cx="2628900" cy="3095700"/>
            </a:xfrm>
            <a:prstGeom prst="rect">
              <a:avLst/>
            </a:prstGeom>
            <a:noFill/>
            <a:ln>
              <a:noFill/>
            </a:ln>
          </p:spPr>
          <p:txBody>
            <a:bodyPr anchorCtr="0" anchor="t" bIns="190500" lIns="190500" spcFirstLastPara="1" rIns="190500" wrap="square" tIns="190500">
              <a:noAutofit/>
            </a:bodyPr>
            <a:lstStyle/>
            <a:p>
              <a:pPr indent="0" lvl="0" marL="0" rtl="0" algn="l">
                <a:spcBef>
                  <a:spcPts val="0"/>
                </a:spcBef>
                <a:spcAft>
                  <a:spcPts val="0"/>
                </a:spcAft>
                <a:buNone/>
              </a:pPr>
              <a:r>
                <a:rPr b="1" lang="en" sz="1100">
                  <a:solidFill>
                    <a:srgbClr val="9700FF"/>
                  </a:solidFill>
                  <a:latin typeface="Arial"/>
                  <a:ea typeface="Arial"/>
                  <a:cs typeface="Arial"/>
                  <a:sym typeface="Arial"/>
                </a:rPr>
                <a:t>01. Background</a:t>
              </a:r>
              <a:endParaRPr b="1" sz="1100">
                <a:solidFill>
                  <a:srgbClr val="9700FF"/>
                </a:solidFill>
                <a:latin typeface="Arial"/>
                <a:ea typeface="Arial"/>
                <a:cs typeface="Arial"/>
                <a:sym typeface="Arial"/>
              </a:endParaRPr>
            </a:p>
            <a:p>
              <a:pPr indent="0" lvl="0" marL="0" rtl="0" algn="l">
                <a:spcBef>
                  <a:spcPts val="600"/>
                </a:spcBef>
                <a:spcAft>
                  <a:spcPts val="0"/>
                </a:spcAft>
                <a:buNone/>
              </a:pPr>
              <a:r>
                <a:rPr b="1" lang="en" sz="1600">
                  <a:solidFill>
                    <a:srgbClr val="0F172A"/>
                  </a:solidFill>
                  <a:latin typeface="Arial Narrow"/>
                  <a:ea typeface="Arial Narrow"/>
                  <a:cs typeface="Arial Narrow"/>
                  <a:sym typeface="Arial Narrow"/>
                </a:rPr>
                <a:t>The Problem</a:t>
              </a:r>
              <a:endParaRPr b="1" sz="1600">
                <a:solidFill>
                  <a:srgbClr val="0F172A"/>
                </a:solidFill>
                <a:latin typeface="Arial Narrow"/>
                <a:ea typeface="Arial Narrow"/>
                <a:cs typeface="Arial Narrow"/>
                <a:sym typeface="Arial Narrow"/>
              </a:endParaRPr>
            </a:p>
            <a:p>
              <a:pPr indent="0" lvl="0" marL="0" rtl="0" algn="l">
                <a:spcBef>
                  <a:spcPts val="900"/>
                </a:spcBef>
                <a:spcAft>
                  <a:spcPts val="0"/>
                </a:spcAft>
                <a:buNone/>
              </a:pPr>
              <a:r>
                <a:rPr b="0" lang="en" sz="1100">
                  <a:solidFill>
                    <a:srgbClr val="475569"/>
                  </a:solidFill>
                  <a:latin typeface="Arial"/>
                  <a:ea typeface="Arial"/>
                  <a:cs typeface="Arial"/>
                  <a:sym typeface="Arial"/>
                </a:rPr>
                <a:t>Pursuing higher education puts immense financial pressure on students and their families. However, legacy banking systems rely almost entirely on historical credit scores to approve educational loans.</a:t>
              </a:r>
              <a:endParaRPr b="0" sz="1100">
                <a:solidFill>
                  <a:srgbClr val="475569"/>
                </a:solidFill>
                <a:latin typeface="Arial"/>
                <a:ea typeface="Arial"/>
                <a:cs typeface="Arial"/>
                <a:sym typeface="Arial"/>
              </a:endParaRPr>
            </a:p>
          </p:txBody>
        </p:sp>
      </p:grpSp>
      <p:grpSp>
        <p:nvGrpSpPr>
          <p:cNvPr id="184" name="Google Shape;184;p34"/>
          <p:cNvGrpSpPr/>
          <p:nvPr/>
        </p:nvGrpSpPr>
        <p:grpSpPr>
          <a:xfrm>
            <a:off x="3257550" y="1381125"/>
            <a:ext cx="2628900" cy="3095700"/>
            <a:chOff x="0" y="0"/>
            <a:chExt cx="2628900" cy="3095700"/>
          </a:xfrm>
        </p:grpSpPr>
        <p:sp>
          <p:nvSpPr>
            <p:cNvPr id="185" name="Google Shape;185;p34"/>
            <p:cNvSpPr/>
            <p:nvPr/>
          </p:nvSpPr>
          <p:spPr>
            <a:xfrm>
              <a:off x="0" y="0"/>
              <a:ext cx="2628900" cy="3095700"/>
            </a:xfrm>
            <a:prstGeom prst="roundRect">
              <a:avLst>
                <a:gd fmla="val 2898"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6" name="Google Shape;186;p34"/>
            <p:cNvSpPr/>
            <p:nvPr/>
          </p:nvSpPr>
          <p:spPr>
            <a:xfrm>
              <a:off x="0" y="0"/>
              <a:ext cx="2628900" cy="38100"/>
            </a:xfrm>
            <a:prstGeom prst="roundRect">
              <a:avLst>
                <a:gd fmla="val 50000" name="adj"/>
              </a:avLst>
            </a:prstGeom>
            <a:solidFill>
              <a:srgbClr val="9700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7" name="Google Shape;187;p34"/>
            <p:cNvSpPr txBox="1"/>
            <p:nvPr/>
          </p:nvSpPr>
          <p:spPr>
            <a:xfrm>
              <a:off x="0" y="0"/>
              <a:ext cx="2628900" cy="3095700"/>
            </a:xfrm>
            <a:prstGeom prst="rect">
              <a:avLst/>
            </a:prstGeom>
            <a:noFill/>
            <a:ln>
              <a:noFill/>
            </a:ln>
          </p:spPr>
          <p:txBody>
            <a:bodyPr anchorCtr="0" anchor="t" bIns="190500" lIns="190500" spcFirstLastPara="1" rIns="190500" wrap="square" tIns="190500">
              <a:noAutofit/>
            </a:bodyPr>
            <a:lstStyle/>
            <a:p>
              <a:pPr indent="0" lvl="0" marL="0" rtl="0" algn="l">
                <a:spcBef>
                  <a:spcPts val="0"/>
                </a:spcBef>
                <a:spcAft>
                  <a:spcPts val="0"/>
                </a:spcAft>
                <a:buNone/>
              </a:pPr>
              <a:r>
                <a:rPr b="1" lang="en" sz="1100">
                  <a:solidFill>
                    <a:srgbClr val="9700FF"/>
                  </a:solidFill>
                  <a:latin typeface="Arial"/>
                  <a:ea typeface="Arial"/>
                  <a:cs typeface="Arial"/>
                  <a:sym typeface="Arial"/>
                </a:rPr>
                <a:t>02. The Gap</a:t>
              </a:r>
              <a:endParaRPr b="1" sz="1100">
                <a:solidFill>
                  <a:srgbClr val="9700FF"/>
                </a:solidFill>
                <a:latin typeface="Arial"/>
                <a:ea typeface="Arial"/>
                <a:cs typeface="Arial"/>
                <a:sym typeface="Arial"/>
              </a:endParaRPr>
            </a:p>
            <a:p>
              <a:pPr indent="0" lvl="0" marL="0" rtl="0" algn="l">
                <a:spcBef>
                  <a:spcPts val="600"/>
                </a:spcBef>
                <a:spcAft>
                  <a:spcPts val="0"/>
                </a:spcAft>
                <a:buNone/>
              </a:pPr>
              <a:r>
                <a:rPr b="1" lang="en" sz="1600">
                  <a:solidFill>
                    <a:srgbClr val="0F172A"/>
                  </a:solidFill>
                  <a:latin typeface="Arial Narrow"/>
                  <a:ea typeface="Arial Narrow"/>
                  <a:cs typeface="Arial Narrow"/>
                  <a:sym typeface="Arial Narrow"/>
                </a:rPr>
                <a:t>Existing System</a:t>
              </a:r>
              <a:endParaRPr b="1" sz="1600">
                <a:solidFill>
                  <a:srgbClr val="0F172A"/>
                </a:solidFill>
                <a:latin typeface="Arial Narrow"/>
                <a:ea typeface="Arial Narrow"/>
                <a:cs typeface="Arial Narrow"/>
                <a:sym typeface="Arial Narrow"/>
              </a:endParaRPr>
            </a:p>
            <a:p>
              <a:pPr indent="0" lvl="0" marL="0" rtl="0" algn="l">
                <a:spcBef>
                  <a:spcPts val="900"/>
                </a:spcBef>
                <a:spcAft>
                  <a:spcPts val="0"/>
                </a:spcAft>
                <a:buNone/>
              </a:pPr>
              <a:r>
                <a:rPr b="0" lang="en" sz="1100">
                  <a:solidFill>
                    <a:srgbClr val="475569"/>
                  </a:solidFill>
                  <a:latin typeface="Arial"/>
                  <a:ea typeface="Arial"/>
                  <a:cs typeface="Arial"/>
                  <a:sym typeface="Arial"/>
                </a:rPr>
                <a:t>Millions of deserving students have "thin credit files" (meaning little to no credit history). Because of this, it is nearly impossible to secure traditional bank loans. The process is slow, opaque, and bogged down by paperwork.</a:t>
              </a:r>
              <a:endParaRPr b="0" sz="1100">
                <a:solidFill>
                  <a:srgbClr val="475569"/>
                </a:solidFill>
                <a:latin typeface="Arial"/>
                <a:ea typeface="Arial"/>
                <a:cs typeface="Arial"/>
                <a:sym typeface="Arial"/>
              </a:endParaRPr>
            </a:p>
          </p:txBody>
        </p:sp>
      </p:grpSp>
      <p:grpSp>
        <p:nvGrpSpPr>
          <p:cNvPr id="188" name="Google Shape;188;p34"/>
          <p:cNvGrpSpPr/>
          <p:nvPr/>
        </p:nvGrpSpPr>
        <p:grpSpPr>
          <a:xfrm>
            <a:off x="6115050" y="1381125"/>
            <a:ext cx="2628900" cy="3095700"/>
            <a:chOff x="0" y="0"/>
            <a:chExt cx="2628900" cy="3095700"/>
          </a:xfrm>
        </p:grpSpPr>
        <p:sp>
          <p:nvSpPr>
            <p:cNvPr id="189" name="Google Shape;189;p34"/>
            <p:cNvSpPr/>
            <p:nvPr/>
          </p:nvSpPr>
          <p:spPr>
            <a:xfrm>
              <a:off x="0" y="0"/>
              <a:ext cx="2628900" cy="3095700"/>
            </a:xfrm>
            <a:prstGeom prst="roundRect">
              <a:avLst>
                <a:gd fmla="val 2898"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0" name="Google Shape;190;p34"/>
            <p:cNvSpPr/>
            <p:nvPr/>
          </p:nvSpPr>
          <p:spPr>
            <a:xfrm>
              <a:off x="0" y="0"/>
              <a:ext cx="2628900" cy="38100"/>
            </a:xfrm>
            <a:prstGeom prst="roundRect">
              <a:avLst>
                <a:gd fmla="val 50000" name="adj"/>
              </a:avLst>
            </a:prstGeom>
            <a:solidFill>
              <a:srgbClr val="9700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1" name="Google Shape;191;p34"/>
            <p:cNvSpPr txBox="1"/>
            <p:nvPr/>
          </p:nvSpPr>
          <p:spPr>
            <a:xfrm>
              <a:off x="0" y="0"/>
              <a:ext cx="2628900" cy="3095700"/>
            </a:xfrm>
            <a:prstGeom prst="rect">
              <a:avLst/>
            </a:prstGeom>
            <a:noFill/>
            <a:ln>
              <a:noFill/>
            </a:ln>
          </p:spPr>
          <p:txBody>
            <a:bodyPr anchorCtr="0" anchor="t" bIns="190500" lIns="190500" spcFirstLastPara="1" rIns="190500" wrap="square" tIns="190500">
              <a:noAutofit/>
            </a:bodyPr>
            <a:lstStyle/>
            <a:p>
              <a:pPr indent="0" lvl="0" marL="0" rtl="0" algn="l">
                <a:spcBef>
                  <a:spcPts val="0"/>
                </a:spcBef>
                <a:spcAft>
                  <a:spcPts val="0"/>
                </a:spcAft>
                <a:buNone/>
              </a:pPr>
              <a:r>
                <a:rPr b="1" lang="en" sz="1100">
                  <a:solidFill>
                    <a:srgbClr val="9700FF"/>
                  </a:solidFill>
                  <a:latin typeface="Arial"/>
                  <a:ea typeface="Arial"/>
                  <a:cs typeface="Arial"/>
                  <a:sym typeface="Arial"/>
                </a:rPr>
                <a:t>03. Importance</a:t>
              </a:r>
              <a:endParaRPr b="1" sz="1100">
                <a:solidFill>
                  <a:srgbClr val="9700FF"/>
                </a:solidFill>
                <a:latin typeface="Arial"/>
                <a:ea typeface="Arial"/>
                <a:cs typeface="Arial"/>
                <a:sym typeface="Arial"/>
              </a:endParaRPr>
            </a:p>
            <a:p>
              <a:pPr indent="0" lvl="0" marL="0" rtl="0" algn="l">
                <a:spcBef>
                  <a:spcPts val="600"/>
                </a:spcBef>
                <a:spcAft>
                  <a:spcPts val="0"/>
                </a:spcAft>
                <a:buNone/>
              </a:pPr>
              <a:r>
                <a:rPr b="1" lang="en" sz="1600">
                  <a:solidFill>
                    <a:srgbClr val="0F172A"/>
                  </a:solidFill>
                  <a:latin typeface="Arial Narrow"/>
                  <a:ea typeface="Arial Narrow"/>
                  <a:cs typeface="Arial Narrow"/>
                  <a:sym typeface="Arial Narrow"/>
                </a:rPr>
                <a:t>Why It Matters</a:t>
              </a:r>
              <a:endParaRPr b="1" sz="1600">
                <a:solidFill>
                  <a:srgbClr val="0F172A"/>
                </a:solidFill>
                <a:latin typeface="Arial Narrow"/>
                <a:ea typeface="Arial Narrow"/>
                <a:cs typeface="Arial Narrow"/>
                <a:sym typeface="Arial Narrow"/>
              </a:endParaRPr>
            </a:p>
            <a:p>
              <a:pPr indent="0" lvl="0" marL="0" rtl="0" algn="l">
                <a:spcBef>
                  <a:spcPts val="900"/>
                </a:spcBef>
                <a:spcAft>
                  <a:spcPts val="0"/>
                </a:spcAft>
                <a:buNone/>
              </a:pPr>
              <a:r>
                <a:rPr b="0" lang="en" sz="1100">
                  <a:solidFill>
                    <a:srgbClr val="475569"/>
                  </a:solidFill>
                  <a:latin typeface="Arial"/>
                  <a:ea typeface="Arial"/>
                  <a:cs typeface="Arial"/>
                  <a:sym typeface="Arial"/>
                </a:rPr>
                <a:t>Education should be accessible to everyone. Denying credit purely due to a lack of history restricts educational opportunities and limits potential. A fairer system to assess true creditworthiness is desperately needed.</a:t>
              </a:r>
              <a:endParaRPr b="0" sz="1100">
                <a:solidFill>
                  <a:srgbClr val="475569"/>
                </a:solidFill>
                <a:latin typeface="Arial"/>
                <a:ea typeface="Arial"/>
                <a:cs typeface="Arial"/>
                <a:sym typeface="Arial"/>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pic>
        <p:nvPicPr>
          <p:cNvPr id="196" name="Google Shape;196;p35"/>
          <p:cNvPicPr preferRelativeResize="0"/>
          <p:nvPr/>
        </p:nvPicPr>
        <p:blipFill rotWithShape="1">
          <a:blip r:embed="rId3">
            <a:alphaModFix/>
          </a:blip>
          <a:srcRect b="0" l="0" r="0" t="0"/>
          <a:stretch/>
        </p:blipFill>
        <p:spPr>
          <a:xfrm>
            <a:off x="0" y="0"/>
            <a:ext cx="9144000" cy="5143500"/>
          </a:xfrm>
          <a:prstGeom prst="rect">
            <a:avLst/>
          </a:prstGeom>
          <a:noFill/>
          <a:ln>
            <a:noFill/>
          </a:ln>
        </p:spPr>
      </p:pic>
      <p:pic>
        <p:nvPicPr>
          <p:cNvPr id="197" name="Google Shape;197;p35"/>
          <p:cNvPicPr preferRelativeResize="0"/>
          <p:nvPr/>
        </p:nvPicPr>
        <p:blipFill rotWithShape="1">
          <a:blip r:embed="rId4">
            <a:alphaModFix/>
          </a:blip>
          <a:srcRect b="17325" l="0" r="0" t="17325"/>
          <a:stretch/>
        </p:blipFill>
        <p:spPr>
          <a:xfrm>
            <a:off x="-2" y="4849587"/>
            <a:ext cx="9153000" cy="81000"/>
          </a:xfrm>
          <a:prstGeom prst="rect">
            <a:avLst/>
          </a:prstGeom>
          <a:noFill/>
          <a:ln>
            <a:noFill/>
          </a:ln>
        </p:spPr>
      </p:pic>
      <p:pic>
        <p:nvPicPr>
          <p:cNvPr id="198" name="Google Shape;198;p35"/>
          <p:cNvPicPr preferRelativeResize="0"/>
          <p:nvPr/>
        </p:nvPicPr>
        <p:blipFill rotWithShape="1">
          <a:blip r:embed="rId5">
            <a:alphaModFix/>
          </a:blip>
          <a:srcRect b="0" l="0" r="0" t="0"/>
          <a:stretch/>
        </p:blipFill>
        <p:spPr>
          <a:xfrm>
            <a:off x="-2" y="971845"/>
            <a:ext cx="3348900" cy="77700"/>
          </a:xfrm>
          <a:prstGeom prst="rect">
            <a:avLst/>
          </a:prstGeom>
          <a:noFill/>
          <a:ln>
            <a:noFill/>
          </a:ln>
        </p:spPr>
      </p:pic>
      <p:pic>
        <p:nvPicPr>
          <p:cNvPr id="199" name="Google Shape;199;p35"/>
          <p:cNvPicPr preferRelativeResize="0"/>
          <p:nvPr/>
        </p:nvPicPr>
        <p:blipFill rotWithShape="1">
          <a:blip r:embed="rId6">
            <a:alphaModFix/>
          </a:blip>
          <a:srcRect b="0" l="0" r="0" t="0"/>
          <a:stretch/>
        </p:blipFill>
        <p:spPr>
          <a:xfrm>
            <a:off x="7559040" y="304463"/>
            <a:ext cx="1333500" cy="509700"/>
          </a:xfrm>
          <a:prstGeom prst="rect">
            <a:avLst/>
          </a:prstGeom>
          <a:noFill/>
          <a:ln>
            <a:noFill/>
          </a:ln>
        </p:spPr>
      </p:pic>
      <p:sp>
        <p:nvSpPr>
          <p:cNvPr id="200" name="Google Shape;200;p35"/>
          <p:cNvSpPr txBox="1"/>
          <p:nvPr/>
        </p:nvSpPr>
        <p:spPr>
          <a:xfrm>
            <a:off x="331470" y="262414"/>
            <a:ext cx="6995100" cy="6981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 sz="3300">
                <a:solidFill>
                  <a:srgbClr val="000000"/>
                </a:solidFill>
                <a:latin typeface="Arial Narrow"/>
                <a:ea typeface="Arial Narrow"/>
                <a:cs typeface="Arial Narrow"/>
                <a:sym typeface="Arial Narrow"/>
              </a:rPr>
              <a:t>Objectives &amp; Scope</a:t>
            </a:r>
            <a:endParaRPr b="1" sz="3300">
              <a:solidFill>
                <a:srgbClr val="000000"/>
              </a:solidFill>
              <a:latin typeface="Arial Narrow"/>
              <a:ea typeface="Arial Narrow"/>
              <a:cs typeface="Arial Narrow"/>
              <a:sym typeface="Arial Narrow"/>
            </a:endParaRPr>
          </a:p>
        </p:txBody>
      </p:sp>
      <p:grpSp>
        <p:nvGrpSpPr>
          <p:cNvPr id="201" name="Google Shape;201;p35"/>
          <p:cNvGrpSpPr/>
          <p:nvPr/>
        </p:nvGrpSpPr>
        <p:grpSpPr>
          <a:xfrm>
            <a:off x="400050" y="1381125"/>
            <a:ext cx="4000500" cy="3095700"/>
            <a:chOff x="0" y="0"/>
            <a:chExt cx="4000500" cy="3095700"/>
          </a:xfrm>
        </p:grpSpPr>
        <p:pic>
          <p:nvPicPr>
            <p:cNvPr id="202" name="Google Shape;202;p35"/>
            <p:cNvPicPr preferRelativeResize="0"/>
            <p:nvPr/>
          </p:nvPicPr>
          <p:blipFill rotWithShape="1">
            <a:blip r:embed="rId7">
              <a:alphaModFix/>
            </a:blip>
            <a:srcRect b="0" l="0" r="0" t="0"/>
            <a:stretch/>
          </p:blipFill>
          <p:spPr>
            <a:xfrm>
              <a:off x="0" y="0"/>
              <a:ext cx="4000500" cy="3095700"/>
            </a:xfrm>
            <a:prstGeom prst="rect">
              <a:avLst/>
            </a:prstGeom>
            <a:noFill/>
            <a:ln>
              <a:noFill/>
            </a:ln>
          </p:spPr>
        </p:pic>
        <p:sp>
          <p:nvSpPr>
            <p:cNvPr id="203" name="Google Shape;203;p35"/>
            <p:cNvSpPr/>
            <p:nvPr/>
          </p:nvSpPr>
          <p:spPr>
            <a:xfrm>
              <a:off x="0" y="0"/>
              <a:ext cx="4000500" cy="38100"/>
            </a:xfrm>
            <a:prstGeom prst="roundRect">
              <a:avLst>
                <a:gd fmla="val 50000" name="adj"/>
              </a:avLst>
            </a:prstGeom>
            <a:solidFill>
              <a:srgbClr val="9700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4" name="Google Shape;204;p35"/>
            <p:cNvSpPr txBox="1"/>
            <p:nvPr/>
          </p:nvSpPr>
          <p:spPr>
            <a:xfrm>
              <a:off x="0" y="0"/>
              <a:ext cx="4000500" cy="3095700"/>
            </a:xfrm>
            <a:prstGeom prst="rect">
              <a:avLst/>
            </a:prstGeom>
            <a:noFill/>
            <a:ln>
              <a:noFill/>
            </a:ln>
          </p:spPr>
          <p:txBody>
            <a:bodyPr anchorCtr="0" anchor="t" bIns="190500" lIns="190500" spcFirstLastPara="1" rIns="190500" wrap="square" tIns="190500">
              <a:noAutofit/>
            </a:bodyPr>
            <a:lstStyle/>
            <a:p>
              <a:pPr indent="0" lvl="0" marL="0" rtl="0" algn="l">
                <a:spcBef>
                  <a:spcPts val="0"/>
                </a:spcBef>
                <a:spcAft>
                  <a:spcPts val="0"/>
                </a:spcAft>
                <a:buNone/>
              </a:pPr>
              <a:r>
                <a:rPr b="1" lang="en" sz="1000">
                  <a:solidFill>
                    <a:srgbClr val="9700FF"/>
                  </a:solidFill>
                  <a:latin typeface="Arial"/>
                  <a:ea typeface="Arial"/>
                  <a:cs typeface="Arial"/>
                  <a:sym typeface="Arial"/>
                </a:rPr>
                <a:t>01. OBJECTIVES</a:t>
              </a:r>
              <a:endParaRPr b="1" sz="1000">
                <a:solidFill>
                  <a:srgbClr val="9700FF"/>
                </a:solidFill>
                <a:latin typeface="Arial"/>
                <a:ea typeface="Arial"/>
                <a:cs typeface="Arial"/>
                <a:sym typeface="Arial"/>
              </a:endParaRPr>
            </a:p>
            <a:p>
              <a:pPr indent="0" lvl="0" marL="0" rtl="0" algn="l">
                <a:spcBef>
                  <a:spcPts val="300"/>
                </a:spcBef>
                <a:spcAft>
                  <a:spcPts val="0"/>
                </a:spcAft>
                <a:buNone/>
              </a:pPr>
              <a:r>
                <a:rPr b="1" lang="en" sz="1500">
                  <a:solidFill>
                    <a:srgbClr val="0F172A"/>
                  </a:solidFill>
                  <a:latin typeface="Arial Narrow"/>
                  <a:ea typeface="Arial Narrow"/>
                  <a:cs typeface="Arial Narrow"/>
                  <a:sym typeface="Arial Narrow"/>
                </a:rPr>
                <a:t>Project Goals</a:t>
              </a:r>
              <a:endParaRPr b="1" sz="1500">
                <a:solidFill>
                  <a:srgbClr val="0F172A"/>
                </a:solidFill>
                <a:latin typeface="Arial Narrow"/>
                <a:ea typeface="Arial Narrow"/>
                <a:cs typeface="Arial Narrow"/>
                <a:sym typeface="Arial Narrow"/>
              </a:endParaRPr>
            </a:p>
            <a:p>
              <a:pPr indent="0" lvl="0" marL="0" rtl="0" algn="l">
                <a:spcBef>
                  <a:spcPts val="600"/>
                </a:spcBef>
                <a:spcAft>
                  <a:spcPts val="0"/>
                </a:spcAft>
                <a:buNone/>
              </a:pPr>
              <a:r>
                <a:rPr b="1" lang="en" sz="1100">
                  <a:solidFill>
                    <a:srgbClr val="0F172A"/>
                  </a:solidFill>
                  <a:latin typeface="Arial"/>
                  <a:ea typeface="Arial"/>
                  <a:cs typeface="Arial"/>
                  <a:sym typeface="Arial"/>
                </a:rPr>
                <a:t>1. Provide Instant Financing:</a:t>
              </a:r>
              <a:r>
                <a:rPr b="0" lang="en" sz="1100">
                  <a:solidFill>
                    <a:srgbClr val="475569"/>
                  </a:solidFill>
                  <a:latin typeface="Arial"/>
                  <a:ea typeface="Arial"/>
                  <a:cs typeface="Arial"/>
                  <a:sym typeface="Arial"/>
                </a:rPr>
                <a:t> Deliver a frictionless, Buy Now Pay Later (BNPL) experience tailored specifically for the education sector.</a:t>
              </a:r>
              <a:endParaRPr b="0" sz="1100">
                <a:solidFill>
                  <a:srgbClr val="475569"/>
                </a:solidFill>
                <a:latin typeface="Arial"/>
                <a:ea typeface="Arial"/>
                <a:cs typeface="Arial"/>
                <a:sym typeface="Arial"/>
              </a:endParaRPr>
            </a:p>
            <a:p>
              <a:pPr indent="0" lvl="0" marL="0" rtl="0" algn="l">
                <a:spcBef>
                  <a:spcPts val="900"/>
                </a:spcBef>
                <a:spcAft>
                  <a:spcPts val="0"/>
                </a:spcAft>
                <a:buNone/>
              </a:pPr>
              <a:r>
                <a:rPr b="1" lang="en" sz="1100">
                  <a:solidFill>
                    <a:srgbClr val="0F172A"/>
                  </a:solidFill>
                  <a:latin typeface="Arial"/>
                  <a:ea typeface="Arial"/>
                  <a:cs typeface="Arial"/>
                  <a:sym typeface="Arial"/>
                </a:rPr>
                <a:t>2. Redefine Credit Scoring:</a:t>
              </a:r>
              <a:r>
                <a:rPr b="0" lang="en" sz="1100">
                  <a:solidFill>
                    <a:srgbClr val="475569"/>
                  </a:solidFill>
                  <a:latin typeface="Arial"/>
                  <a:ea typeface="Arial"/>
                  <a:cs typeface="Arial"/>
                  <a:sym typeface="Arial"/>
                </a:rPr>
                <a:t> Replace traditional credit scores with an AI-driven, behavioral underwriting system that evaluates non-traditional data (like academic performance and savings habits).</a:t>
              </a:r>
              <a:endParaRPr b="0" sz="1100">
                <a:solidFill>
                  <a:srgbClr val="475569"/>
                </a:solidFill>
                <a:latin typeface="Arial"/>
                <a:ea typeface="Arial"/>
                <a:cs typeface="Arial"/>
                <a:sym typeface="Arial"/>
              </a:endParaRPr>
            </a:p>
          </p:txBody>
        </p:sp>
      </p:grpSp>
      <p:grpSp>
        <p:nvGrpSpPr>
          <p:cNvPr id="205" name="Google Shape;205;p35"/>
          <p:cNvGrpSpPr/>
          <p:nvPr/>
        </p:nvGrpSpPr>
        <p:grpSpPr>
          <a:xfrm>
            <a:off x="4743450" y="1381125"/>
            <a:ext cx="4000500" cy="3095700"/>
            <a:chOff x="0" y="0"/>
            <a:chExt cx="4000500" cy="3095700"/>
          </a:xfrm>
        </p:grpSpPr>
        <p:pic>
          <p:nvPicPr>
            <p:cNvPr id="206" name="Google Shape;206;p35"/>
            <p:cNvPicPr preferRelativeResize="0"/>
            <p:nvPr/>
          </p:nvPicPr>
          <p:blipFill rotWithShape="1">
            <a:blip r:embed="rId7">
              <a:alphaModFix/>
            </a:blip>
            <a:srcRect b="0" l="0" r="0" t="0"/>
            <a:stretch/>
          </p:blipFill>
          <p:spPr>
            <a:xfrm>
              <a:off x="0" y="0"/>
              <a:ext cx="4000500" cy="3095700"/>
            </a:xfrm>
            <a:prstGeom prst="rect">
              <a:avLst/>
            </a:prstGeom>
            <a:noFill/>
            <a:ln>
              <a:noFill/>
            </a:ln>
          </p:spPr>
        </p:pic>
        <p:sp>
          <p:nvSpPr>
            <p:cNvPr id="207" name="Google Shape;207;p35"/>
            <p:cNvSpPr/>
            <p:nvPr/>
          </p:nvSpPr>
          <p:spPr>
            <a:xfrm>
              <a:off x="0" y="0"/>
              <a:ext cx="4000500" cy="38100"/>
            </a:xfrm>
            <a:prstGeom prst="roundRect">
              <a:avLst>
                <a:gd fmla="val 50000" name="adj"/>
              </a:avLst>
            </a:prstGeom>
            <a:solidFill>
              <a:srgbClr val="9700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8" name="Google Shape;208;p35"/>
            <p:cNvSpPr txBox="1"/>
            <p:nvPr/>
          </p:nvSpPr>
          <p:spPr>
            <a:xfrm>
              <a:off x="0" y="0"/>
              <a:ext cx="4000500" cy="3095700"/>
            </a:xfrm>
            <a:prstGeom prst="rect">
              <a:avLst/>
            </a:prstGeom>
            <a:noFill/>
            <a:ln>
              <a:noFill/>
            </a:ln>
          </p:spPr>
          <p:txBody>
            <a:bodyPr anchorCtr="0" anchor="t" bIns="190500" lIns="190500" spcFirstLastPara="1" rIns="190500" wrap="square" tIns="190500">
              <a:noAutofit/>
            </a:bodyPr>
            <a:lstStyle/>
            <a:p>
              <a:pPr indent="0" lvl="0" marL="0" rtl="0" algn="l">
                <a:spcBef>
                  <a:spcPts val="0"/>
                </a:spcBef>
                <a:spcAft>
                  <a:spcPts val="0"/>
                </a:spcAft>
                <a:buNone/>
              </a:pPr>
              <a:r>
                <a:rPr b="1" lang="en" sz="1000">
                  <a:solidFill>
                    <a:srgbClr val="9700FF"/>
                  </a:solidFill>
                  <a:latin typeface="Arial"/>
                  <a:ea typeface="Arial"/>
                  <a:cs typeface="Arial"/>
                  <a:sym typeface="Arial"/>
                </a:rPr>
                <a:t>02. SCOPE</a:t>
              </a:r>
              <a:endParaRPr b="1" sz="1000">
                <a:solidFill>
                  <a:srgbClr val="9700FF"/>
                </a:solidFill>
                <a:latin typeface="Arial"/>
                <a:ea typeface="Arial"/>
                <a:cs typeface="Arial"/>
                <a:sym typeface="Arial"/>
              </a:endParaRPr>
            </a:p>
            <a:p>
              <a:pPr indent="0" lvl="0" marL="0" rtl="0" algn="l">
                <a:spcBef>
                  <a:spcPts val="300"/>
                </a:spcBef>
                <a:spcAft>
                  <a:spcPts val="0"/>
                </a:spcAft>
                <a:buNone/>
              </a:pPr>
              <a:r>
                <a:rPr b="1" lang="en" sz="1500">
                  <a:solidFill>
                    <a:srgbClr val="0F172A"/>
                  </a:solidFill>
                  <a:latin typeface="Arial Narrow"/>
                  <a:ea typeface="Arial Narrow"/>
                  <a:cs typeface="Arial Narrow"/>
                  <a:sym typeface="Arial Narrow"/>
                </a:rPr>
                <a:t>In-Scope Items</a:t>
              </a:r>
              <a:endParaRPr b="1" sz="1500">
                <a:solidFill>
                  <a:srgbClr val="0F172A"/>
                </a:solidFill>
                <a:latin typeface="Arial Narrow"/>
                <a:ea typeface="Arial Narrow"/>
                <a:cs typeface="Arial Narrow"/>
                <a:sym typeface="Arial Narrow"/>
              </a:endParaRPr>
            </a:p>
            <a:p>
              <a:pPr indent="-317500" lvl="0" marL="457200" rtl="0" algn="l">
                <a:spcBef>
                  <a:spcPts val="600"/>
                </a:spcBef>
                <a:spcAft>
                  <a:spcPts val="0"/>
                </a:spcAft>
                <a:buClr>
                  <a:srgbClr val="475569"/>
                </a:buClr>
                <a:buSzPts val="1400"/>
                <a:buChar char="●"/>
              </a:pPr>
              <a:r>
                <a:rPr b="0" lang="en" sz="1100">
                  <a:solidFill>
                    <a:srgbClr val="475569"/>
                  </a:solidFill>
                  <a:latin typeface="Arial"/>
                  <a:ea typeface="Arial"/>
                  <a:cs typeface="Arial"/>
                  <a:sym typeface="Arial"/>
                </a:rPr>
                <a:t>A lightning-fast, 5-step onboarding workflow for students and co-applicants.</a:t>
              </a:r>
              <a:endParaRPr b="0" sz="1100">
                <a:solidFill>
                  <a:srgbClr val="475569"/>
                </a:solidFill>
                <a:latin typeface="Arial"/>
                <a:ea typeface="Arial"/>
                <a:cs typeface="Arial"/>
                <a:sym typeface="Arial"/>
              </a:endParaRPr>
            </a:p>
            <a:p>
              <a:pPr indent="-317500" lvl="0" marL="457200" rtl="0" algn="l">
                <a:spcBef>
                  <a:spcPts val="600"/>
                </a:spcBef>
                <a:spcAft>
                  <a:spcPts val="0"/>
                </a:spcAft>
                <a:buClr>
                  <a:srgbClr val="475569"/>
                </a:buClr>
                <a:buSzPts val="1400"/>
                <a:buChar char="●"/>
              </a:pPr>
              <a:r>
                <a:rPr b="0" lang="en" sz="1100">
                  <a:solidFill>
                    <a:srgbClr val="475569"/>
                  </a:solidFill>
                  <a:latin typeface="Arial"/>
                  <a:ea typeface="Arial"/>
                  <a:cs typeface="Arial"/>
                  <a:sym typeface="Arial"/>
                </a:rPr>
                <a:t>Automated document digitization and OCR for bank statements and fee structures.</a:t>
              </a:r>
              <a:endParaRPr b="0" sz="1100">
                <a:solidFill>
                  <a:srgbClr val="475569"/>
                </a:solidFill>
                <a:latin typeface="Arial"/>
                <a:ea typeface="Arial"/>
                <a:cs typeface="Arial"/>
                <a:sym typeface="Arial"/>
              </a:endParaRPr>
            </a:p>
            <a:p>
              <a:pPr indent="-317500" lvl="0" marL="457200" rtl="0" algn="l">
                <a:spcBef>
                  <a:spcPts val="600"/>
                </a:spcBef>
                <a:spcAft>
                  <a:spcPts val="0"/>
                </a:spcAft>
                <a:buClr>
                  <a:srgbClr val="475569"/>
                </a:buClr>
                <a:buSzPts val="1400"/>
                <a:buChar char="●"/>
              </a:pPr>
              <a:r>
                <a:rPr b="0" lang="en" sz="1100">
                  <a:solidFill>
                    <a:srgbClr val="475569"/>
                  </a:solidFill>
                  <a:latin typeface="Arial"/>
                  <a:ea typeface="Arial"/>
                  <a:cs typeface="Arial"/>
                  <a:sym typeface="Arial"/>
                </a:rPr>
                <a:t>Real-time generation of a proprietary "Omniscore" via our AI Risk Engine.</a:t>
              </a:r>
              <a:endParaRPr b="0" sz="1100">
                <a:solidFill>
                  <a:srgbClr val="475569"/>
                </a:solidFill>
                <a:latin typeface="Arial"/>
                <a:ea typeface="Arial"/>
                <a:cs typeface="Arial"/>
                <a:sym typeface="Arial"/>
              </a:endParaRPr>
            </a:p>
            <a:p>
              <a:pPr indent="-317500" lvl="0" marL="457200" rtl="0" algn="l">
                <a:spcBef>
                  <a:spcPts val="600"/>
                </a:spcBef>
                <a:spcAft>
                  <a:spcPts val="600"/>
                </a:spcAft>
                <a:buClr>
                  <a:srgbClr val="475569"/>
                </a:buClr>
                <a:buSzPts val="1400"/>
                <a:buChar char="●"/>
              </a:pPr>
              <a:r>
                <a:rPr b="0" lang="en" sz="1100">
                  <a:solidFill>
                    <a:srgbClr val="475569"/>
                  </a:solidFill>
                  <a:latin typeface="Arial"/>
                  <a:ea typeface="Arial"/>
                  <a:cs typeface="Arial"/>
                  <a:sym typeface="Arial"/>
                </a:rPr>
                <a:t>A dedicated portal for educational institutions to monitor and verify enrollments and disbursements.</a:t>
              </a:r>
              <a:endParaRPr b="0" sz="1100">
                <a:solidFill>
                  <a:srgbClr val="475569"/>
                </a:solidFill>
                <a:latin typeface="Arial"/>
                <a:ea typeface="Arial"/>
                <a:cs typeface="Arial"/>
                <a:sym typeface="Arial"/>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36"/>
          <p:cNvSpPr/>
          <p:nvPr/>
        </p:nvSpPr>
        <p:spPr>
          <a:xfrm>
            <a:off x="0" y="0"/>
            <a:ext cx="9144000" cy="5143500"/>
          </a:xfrm>
          <a:prstGeom prst="rect">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214" name="Google Shape;214;p36"/>
          <p:cNvPicPr preferRelativeResize="0"/>
          <p:nvPr/>
        </p:nvPicPr>
        <p:blipFill rotWithShape="1">
          <a:blip r:embed="rId3">
            <a:alphaModFix/>
          </a:blip>
          <a:srcRect b="17325" l="0" r="0" t="17325"/>
          <a:stretch/>
        </p:blipFill>
        <p:spPr>
          <a:xfrm>
            <a:off x="-2" y="4849587"/>
            <a:ext cx="9153000" cy="81000"/>
          </a:xfrm>
          <a:prstGeom prst="rect">
            <a:avLst/>
          </a:prstGeom>
          <a:noFill/>
          <a:ln>
            <a:noFill/>
          </a:ln>
        </p:spPr>
      </p:pic>
      <p:pic>
        <p:nvPicPr>
          <p:cNvPr id="215" name="Google Shape;215;p36"/>
          <p:cNvPicPr preferRelativeResize="0"/>
          <p:nvPr/>
        </p:nvPicPr>
        <p:blipFill rotWithShape="1">
          <a:blip r:embed="rId4">
            <a:alphaModFix/>
          </a:blip>
          <a:srcRect b="0" l="0" r="0" t="0"/>
          <a:stretch/>
        </p:blipFill>
        <p:spPr>
          <a:xfrm>
            <a:off x="-2" y="971845"/>
            <a:ext cx="3348900" cy="77700"/>
          </a:xfrm>
          <a:prstGeom prst="rect">
            <a:avLst/>
          </a:prstGeom>
          <a:noFill/>
          <a:ln>
            <a:noFill/>
          </a:ln>
        </p:spPr>
      </p:pic>
      <p:pic>
        <p:nvPicPr>
          <p:cNvPr id="216" name="Google Shape;216;p36"/>
          <p:cNvPicPr preferRelativeResize="0"/>
          <p:nvPr/>
        </p:nvPicPr>
        <p:blipFill rotWithShape="1">
          <a:blip r:embed="rId5">
            <a:alphaModFix/>
          </a:blip>
          <a:srcRect b="0" l="0" r="0" t="0"/>
          <a:stretch/>
        </p:blipFill>
        <p:spPr>
          <a:xfrm>
            <a:off x="7559040" y="304463"/>
            <a:ext cx="1333500" cy="509700"/>
          </a:xfrm>
          <a:prstGeom prst="rect">
            <a:avLst/>
          </a:prstGeom>
          <a:noFill/>
          <a:ln>
            <a:noFill/>
          </a:ln>
        </p:spPr>
      </p:pic>
      <p:sp>
        <p:nvSpPr>
          <p:cNvPr id="217" name="Google Shape;217;p36"/>
          <p:cNvSpPr txBox="1"/>
          <p:nvPr/>
        </p:nvSpPr>
        <p:spPr>
          <a:xfrm>
            <a:off x="331470" y="262414"/>
            <a:ext cx="6995100" cy="6981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 sz="3300">
                <a:solidFill>
                  <a:srgbClr val="000000"/>
                </a:solidFill>
                <a:latin typeface="Arial Narrow"/>
                <a:ea typeface="Arial Narrow"/>
                <a:cs typeface="Arial Narrow"/>
                <a:sym typeface="Arial Narrow"/>
              </a:rPr>
              <a:t>Existing System / Literature Review</a:t>
            </a:r>
            <a:endParaRPr b="1" sz="3300">
              <a:solidFill>
                <a:srgbClr val="000000"/>
              </a:solidFill>
              <a:latin typeface="Arial Narrow"/>
              <a:ea typeface="Arial Narrow"/>
              <a:cs typeface="Arial Narrow"/>
              <a:sym typeface="Arial Narrow"/>
            </a:endParaRPr>
          </a:p>
        </p:txBody>
      </p:sp>
      <p:grpSp>
        <p:nvGrpSpPr>
          <p:cNvPr id="218" name="Google Shape;218;p36"/>
          <p:cNvGrpSpPr/>
          <p:nvPr/>
        </p:nvGrpSpPr>
        <p:grpSpPr>
          <a:xfrm>
            <a:off x="400050" y="1381125"/>
            <a:ext cx="2628900" cy="3095700"/>
            <a:chOff x="0" y="0"/>
            <a:chExt cx="2628900" cy="3095700"/>
          </a:xfrm>
        </p:grpSpPr>
        <p:sp>
          <p:nvSpPr>
            <p:cNvPr id="219" name="Google Shape;219;p36"/>
            <p:cNvSpPr/>
            <p:nvPr/>
          </p:nvSpPr>
          <p:spPr>
            <a:xfrm>
              <a:off x="0" y="0"/>
              <a:ext cx="2628900" cy="3095700"/>
            </a:xfrm>
            <a:prstGeom prst="roundRect">
              <a:avLst>
                <a:gd fmla="val 2898"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0" name="Google Shape;220;p36"/>
            <p:cNvSpPr/>
            <p:nvPr/>
          </p:nvSpPr>
          <p:spPr>
            <a:xfrm>
              <a:off x="0" y="0"/>
              <a:ext cx="2628900" cy="38100"/>
            </a:xfrm>
            <a:prstGeom prst="roundRect">
              <a:avLst>
                <a:gd fmla="val 50000" name="adj"/>
              </a:avLst>
            </a:prstGeom>
            <a:solidFill>
              <a:srgbClr val="9700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1" name="Google Shape;221;p36"/>
            <p:cNvSpPr txBox="1"/>
            <p:nvPr/>
          </p:nvSpPr>
          <p:spPr>
            <a:xfrm>
              <a:off x="0" y="0"/>
              <a:ext cx="2628900" cy="3095700"/>
            </a:xfrm>
            <a:prstGeom prst="rect">
              <a:avLst/>
            </a:prstGeom>
            <a:noFill/>
            <a:ln>
              <a:noFill/>
            </a:ln>
          </p:spPr>
          <p:txBody>
            <a:bodyPr anchorCtr="0" anchor="t" bIns="190500" lIns="190500" spcFirstLastPara="1" rIns="190500" wrap="square" tIns="190500">
              <a:noAutofit/>
            </a:bodyPr>
            <a:lstStyle/>
            <a:p>
              <a:pPr indent="0" lvl="0" marL="0" rtl="0" algn="l">
                <a:spcBef>
                  <a:spcPts val="0"/>
                </a:spcBef>
                <a:spcAft>
                  <a:spcPts val="0"/>
                </a:spcAft>
                <a:buNone/>
              </a:pPr>
              <a:r>
                <a:rPr b="1" lang="en" sz="1100">
                  <a:solidFill>
                    <a:srgbClr val="9700FF"/>
                  </a:solidFill>
                  <a:latin typeface="Arial"/>
                  <a:ea typeface="Arial"/>
                  <a:cs typeface="Arial"/>
                  <a:sym typeface="Arial"/>
                </a:rPr>
                <a:t>01. APPROACH 1</a:t>
              </a:r>
              <a:endParaRPr b="1" sz="1100">
                <a:solidFill>
                  <a:srgbClr val="9700FF"/>
                </a:solidFill>
                <a:latin typeface="Arial"/>
                <a:ea typeface="Arial"/>
                <a:cs typeface="Arial"/>
                <a:sym typeface="Arial"/>
              </a:endParaRPr>
            </a:p>
            <a:p>
              <a:pPr indent="0" lvl="0" marL="0" rtl="0" algn="l">
                <a:spcBef>
                  <a:spcPts val="450"/>
                </a:spcBef>
                <a:spcAft>
                  <a:spcPts val="0"/>
                </a:spcAft>
                <a:buNone/>
              </a:pPr>
              <a:r>
                <a:rPr b="1" lang="en" sz="1600">
                  <a:solidFill>
                    <a:srgbClr val="0F172A"/>
                  </a:solidFill>
                  <a:latin typeface="Arial Narrow"/>
                  <a:ea typeface="Arial Narrow"/>
                  <a:cs typeface="Arial Narrow"/>
                  <a:sym typeface="Arial Narrow"/>
                </a:rPr>
                <a:t>Traditional Bank Loans</a:t>
              </a:r>
              <a:endParaRPr b="1" sz="1600">
                <a:solidFill>
                  <a:srgbClr val="0F172A"/>
                </a:solidFill>
                <a:latin typeface="Arial Narrow"/>
                <a:ea typeface="Arial Narrow"/>
                <a:cs typeface="Arial Narrow"/>
                <a:sym typeface="Arial Narrow"/>
              </a:endParaRPr>
            </a:p>
            <a:p>
              <a:pPr indent="0" lvl="0" marL="0" rtl="0" algn="l">
                <a:spcBef>
                  <a:spcPts val="675"/>
                </a:spcBef>
                <a:spcAft>
                  <a:spcPts val="0"/>
                </a:spcAft>
                <a:buNone/>
              </a:pPr>
              <a:r>
                <a:rPr b="0" lang="en" sz="1100">
                  <a:solidFill>
                    <a:srgbClr val="475569"/>
                  </a:solidFill>
                  <a:latin typeface="Arial"/>
                  <a:ea typeface="Arial"/>
                  <a:cs typeface="Arial"/>
                  <a:sym typeface="Arial"/>
                </a:rPr>
                <a:t>Heavily reliant on standard credit bureaus (like CIBIL), demanding massive amounts of paperwork, physical branch visits, and often requiring collateral.</a:t>
              </a:r>
              <a:endParaRPr b="0" sz="1100">
                <a:solidFill>
                  <a:srgbClr val="475569"/>
                </a:solidFill>
                <a:latin typeface="Arial"/>
                <a:ea typeface="Arial"/>
                <a:cs typeface="Arial"/>
                <a:sym typeface="Arial"/>
              </a:endParaRPr>
            </a:p>
          </p:txBody>
        </p:sp>
      </p:grpSp>
      <p:grpSp>
        <p:nvGrpSpPr>
          <p:cNvPr id="222" name="Google Shape;222;p36"/>
          <p:cNvGrpSpPr/>
          <p:nvPr/>
        </p:nvGrpSpPr>
        <p:grpSpPr>
          <a:xfrm>
            <a:off x="3257550" y="1381125"/>
            <a:ext cx="2628900" cy="3095700"/>
            <a:chOff x="0" y="0"/>
            <a:chExt cx="2628900" cy="3095700"/>
          </a:xfrm>
        </p:grpSpPr>
        <p:sp>
          <p:nvSpPr>
            <p:cNvPr id="223" name="Google Shape;223;p36"/>
            <p:cNvSpPr/>
            <p:nvPr/>
          </p:nvSpPr>
          <p:spPr>
            <a:xfrm>
              <a:off x="0" y="0"/>
              <a:ext cx="2628900" cy="3095700"/>
            </a:xfrm>
            <a:prstGeom prst="roundRect">
              <a:avLst>
                <a:gd fmla="val 2898"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4" name="Google Shape;224;p36"/>
            <p:cNvSpPr/>
            <p:nvPr/>
          </p:nvSpPr>
          <p:spPr>
            <a:xfrm>
              <a:off x="0" y="0"/>
              <a:ext cx="2628900" cy="38100"/>
            </a:xfrm>
            <a:prstGeom prst="roundRect">
              <a:avLst>
                <a:gd fmla="val 50000" name="adj"/>
              </a:avLst>
            </a:prstGeom>
            <a:solidFill>
              <a:srgbClr val="9700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5" name="Google Shape;225;p36"/>
            <p:cNvSpPr txBox="1"/>
            <p:nvPr/>
          </p:nvSpPr>
          <p:spPr>
            <a:xfrm>
              <a:off x="0" y="0"/>
              <a:ext cx="2628900" cy="3095700"/>
            </a:xfrm>
            <a:prstGeom prst="rect">
              <a:avLst/>
            </a:prstGeom>
            <a:noFill/>
            <a:ln>
              <a:noFill/>
            </a:ln>
          </p:spPr>
          <p:txBody>
            <a:bodyPr anchorCtr="0" anchor="t" bIns="190500" lIns="190500" spcFirstLastPara="1" rIns="190500" wrap="square" tIns="190500">
              <a:noAutofit/>
            </a:bodyPr>
            <a:lstStyle/>
            <a:p>
              <a:pPr indent="0" lvl="0" marL="0" rtl="0" algn="l">
                <a:spcBef>
                  <a:spcPts val="0"/>
                </a:spcBef>
                <a:spcAft>
                  <a:spcPts val="0"/>
                </a:spcAft>
                <a:buNone/>
              </a:pPr>
              <a:r>
                <a:rPr b="1" lang="en" sz="1100">
                  <a:solidFill>
                    <a:srgbClr val="9700FF"/>
                  </a:solidFill>
                  <a:latin typeface="Arial"/>
                  <a:ea typeface="Arial"/>
                  <a:cs typeface="Arial"/>
                  <a:sym typeface="Arial"/>
                </a:rPr>
                <a:t>02. APPROACH 2</a:t>
              </a:r>
              <a:endParaRPr b="1" sz="1100">
                <a:solidFill>
                  <a:srgbClr val="9700FF"/>
                </a:solidFill>
                <a:latin typeface="Arial"/>
                <a:ea typeface="Arial"/>
                <a:cs typeface="Arial"/>
                <a:sym typeface="Arial"/>
              </a:endParaRPr>
            </a:p>
            <a:p>
              <a:pPr indent="0" lvl="0" marL="0" rtl="0" algn="l">
                <a:spcBef>
                  <a:spcPts val="450"/>
                </a:spcBef>
                <a:spcAft>
                  <a:spcPts val="0"/>
                </a:spcAft>
                <a:buNone/>
              </a:pPr>
              <a:r>
                <a:rPr b="1" lang="en" sz="1600">
                  <a:solidFill>
                    <a:srgbClr val="0F172A"/>
                  </a:solidFill>
                  <a:latin typeface="Arial Narrow"/>
                  <a:ea typeface="Arial Narrow"/>
                  <a:cs typeface="Arial Narrow"/>
                  <a:sym typeface="Arial Narrow"/>
                </a:rPr>
                <a:t>Generic BNPL Services</a:t>
              </a:r>
              <a:endParaRPr b="1" sz="1600">
                <a:solidFill>
                  <a:srgbClr val="0F172A"/>
                </a:solidFill>
                <a:latin typeface="Arial Narrow"/>
                <a:ea typeface="Arial Narrow"/>
                <a:cs typeface="Arial Narrow"/>
                <a:sym typeface="Arial Narrow"/>
              </a:endParaRPr>
            </a:p>
            <a:p>
              <a:pPr indent="0" lvl="0" marL="0" rtl="0" algn="l">
                <a:spcBef>
                  <a:spcPts val="675"/>
                </a:spcBef>
                <a:spcAft>
                  <a:spcPts val="0"/>
                </a:spcAft>
                <a:buNone/>
              </a:pPr>
              <a:r>
                <a:rPr b="0" lang="en" sz="1100">
                  <a:solidFill>
                    <a:srgbClr val="475569"/>
                  </a:solidFill>
                  <a:latin typeface="Arial"/>
                  <a:ea typeface="Arial"/>
                  <a:cs typeface="Arial"/>
                  <a:sym typeface="Arial"/>
                </a:rPr>
                <a:t>Platforms meant for e-commerce that are not tailored for education. They lack integration with academic institutions and usually still run standard, rigid credit checks.</a:t>
              </a:r>
              <a:endParaRPr b="0" sz="1100">
                <a:solidFill>
                  <a:srgbClr val="475569"/>
                </a:solidFill>
                <a:latin typeface="Arial"/>
                <a:ea typeface="Arial"/>
                <a:cs typeface="Arial"/>
                <a:sym typeface="Arial"/>
              </a:endParaRPr>
            </a:p>
          </p:txBody>
        </p:sp>
      </p:grpSp>
      <p:grpSp>
        <p:nvGrpSpPr>
          <p:cNvPr id="226" name="Google Shape;226;p36"/>
          <p:cNvGrpSpPr/>
          <p:nvPr/>
        </p:nvGrpSpPr>
        <p:grpSpPr>
          <a:xfrm>
            <a:off x="6115050" y="1381125"/>
            <a:ext cx="2628900" cy="3095700"/>
            <a:chOff x="0" y="0"/>
            <a:chExt cx="2628900" cy="3095700"/>
          </a:xfrm>
        </p:grpSpPr>
        <p:sp>
          <p:nvSpPr>
            <p:cNvPr id="227" name="Google Shape;227;p36"/>
            <p:cNvSpPr/>
            <p:nvPr/>
          </p:nvSpPr>
          <p:spPr>
            <a:xfrm>
              <a:off x="0" y="0"/>
              <a:ext cx="2628900" cy="3095700"/>
            </a:xfrm>
            <a:prstGeom prst="roundRect">
              <a:avLst>
                <a:gd fmla="val 2898"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8" name="Google Shape;228;p36"/>
            <p:cNvSpPr/>
            <p:nvPr/>
          </p:nvSpPr>
          <p:spPr>
            <a:xfrm>
              <a:off x="0" y="0"/>
              <a:ext cx="2628900" cy="38100"/>
            </a:xfrm>
            <a:prstGeom prst="roundRect">
              <a:avLst>
                <a:gd fmla="val 50000" name="adj"/>
              </a:avLst>
            </a:prstGeom>
            <a:solidFill>
              <a:srgbClr val="9700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9" name="Google Shape;229;p36"/>
            <p:cNvSpPr txBox="1"/>
            <p:nvPr/>
          </p:nvSpPr>
          <p:spPr>
            <a:xfrm>
              <a:off x="0" y="0"/>
              <a:ext cx="2628900" cy="3095700"/>
            </a:xfrm>
            <a:prstGeom prst="rect">
              <a:avLst/>
            </a:prstGeom>
            <a:noFill/>
            <a:ln>
              <a:noFill/>
            </a:ln>
          </p:spPr>
          <p:txBody>
            <a:bodyPr anchorCtr="0" anchor="t" bIns="190500" lIns="190500" spcFirstLastPara="1" rIns="190500" wrap="square" tIns="190500">
              <a:noAutofit/>
            </a:bodyPr>
            <a:lstStyle/>
            <a:p>
              <a:pPr indent="0" lvl="0" marL="0" rtl="0" algn="l">
                <a:spcBef>
                  <a:spcPts val="0"/>
                </a:spcBef>
                <a:spcAft>
                  <a:spcPts val="0"/>
                </a:spcAft>
                <a:buNone/>
              </a:pPr>
              <a:r>
                <a:rPr b="1" lang="en" sz="1100">
                  <a:solidFill>
                    <a:srgbClr val="9700FF"/>
                  </a:solidFill>
                  <a:latin typeface="Arial"/>
                  <a:ea typeface="Arial"/>
                  <a:cs typeface="Arial"/>
                  <a:sym typeface="Arial"/>
                </a:rPr>
                <a:t>03. LIMITATIONS</a:t>
              </a:r>
              <a:endParaRPr b="1" sz="1100">
                <a:solidFill>
                  <a:srgbClr val="9700FF"/>
                </a:solidFill>
                <a:latin typeface="Arial"/>
                <a:ea typeface="Arial"/>
                <a:cs typeface="Arial"/>
                <a:sym typeface="Arial"/>
              </a:endParaRPr>
            </a:p>
            <a:p>
              <a:pPr indent="0" lvl="0" marL="0" rtl="0" algn="l">
                <a:spcBef>
                  <a:spcPts val="450"/>
                </a:spcBef>
                <a:spcAft>
                  <a:spcPts val="0"/>
                </a:spcAft>
                <a:buNone/>
              </a:pPr>
              <a:r>
                <a:rPr b="1" lang="en" sz="1600">
                  <a:solidFill>
                    <a:srgbClr val="0F172A"/>
                  </a:solidFill>
                  <a:latin typeface="Arial Narrow"/>
                  <a:ea typeface="Arial Narrow"/>
                  <a:cs typeface="Arial Narrow"/>
                  <a:sym typeface="Arial Narrow"/>
                </a:rPr>
                <a:t>Current Pain Points</a:t>
              </a:r>
              <a:endParaRPr b="1" sz="1600">
                <a:solidFill>
                  <a:srgbClr val="0F172A"/>
                </a:solidFill>
                <a:latin typeface="Arial Narrow"/>
                <a:ea typeface="Arial Narrow"/>
                <a:cs typeface="Arial Narrow"/>
                <a:sym typeface="Arial Narrow"/>
              </a:endParaRPr>
            </a:p>
            <a:p>
              <a:pPr indent="-298450" lvl="0" marL="457200" rtl="0" algn="l">
                <a:spcBef>
                  <a:spcPts val="675"/>
                </a:spcBef>
                <a:spcAft>
                  <a:spcPts val="0"/>
                </a:spcAft>
                <a:buClr>
                  <a:srgbClr val="475569"/>
                </a:buClr>
                <a:buSzPts val="1100"/>
                <a:buFont typeface="Arial"/>
                <a:buChar char="●"/>
              </a:pPr>
              <a:r>
                <a:rPr b="1" lang="en" sz="1100">
                  <a:solidFill>
                    <a:srgbClr val="0F172A"/>
                  </a:solidFill>
                  <a:latin typeface="Arial"/>
                  <a:ea typeface="Arial"/>
                  <a:cs typeface="Arial"/>
                  <a:sym typeface="Arial"/>
                </a:rPr>
                <a:t>Blanket Rejections:</a:t>
              </a:r>
              <a:r>
                <a:rPr b="0" lang="en" sz="1100">
                  <a:solidFill>
                    <a:srgbClr val="475569"/>
                  </a:solidFill>
                  <a:latin typeface="Arial"/>
                  <a:ea typeface="Arial"/>
                  <a:cs typeface="Arial"/>
                  <a:sym typeface="Arial"/>
                </a:rPr>
                <a:t> Students with zero credit history are automatically rejected.</a:t>
              </a:r>
              <a:endParaRPr b="0" sz="1100">
                <a:solidFill>
                  <a:srgbClr val="475569"/>
                </a:solidFill>
                <a:latin typeface="Arial"/>
                <a:ea typeface="Arial"/>
                <a:cs typeface="Arial"/>
                <a:sym typeface="Arial"/>
              </a:endParaRPr>
            </a:p>
            <a:p>
              <a:pPr indent="-298450" lvl="0" marL="457200" rtl="0" algn="l">
                <a:spcBef>
                  <a:spcPts val="450"/>
                </a:spcBef>
                <a:spcAft>
                  <a:spcPts val="0"/>
                </a:spcAft>
                <a:buClr>
                  <a:srgbClr val="475569"/>
                </a:buClr>
                <a:buSzPts val="1100"/>
                <a:buFont typeface="Arial"/>
                <a:buChar char="●"/>
              </a:pPr>
              <a:r>
                <a:rPr b="1" lang="en" sz="1100">
                  <a:solidFill>
                    <a:srgbClr val="0F172A"/>
                  </a:solidFill>
                  <a:latin typeface="Arial"/>
                  <a:ea typeface="Arial"/>
                  <a:cs typeface="Arial"/>
                  <a:sym typeface="Arial"/>
                </a:rPr>
                <a:t>Sluggish Processing:</a:t>
              </a:r>
              <a:r>
                <a:rPr b="0" lang="en" sz="1100">
                  <a:solidFill>
                    <a:srgbClr val="475569"/>
                  </a:solidFill>
                  <a:latin typeface="Arial"/>
                  <a:ea typeface="Arial"/>
                  <a:cs typeface="Arial"/>
                  <a:sym typeface="Arial"/>
                </a:rPr>
                <a:t> It can take weeks to get a loan approved and disbursed.</a:t>
              </a:r>
              <a:endParaRPr b="0" sz="1100">
                <a:solidFill>
                  <a:srgbClr val="475569"/>
                </a:solidFill>
                <a:latin typeface="Arial"/>
                <a:ea typeface="Arial"/>
                <a:cs typeface="Arial"/>
                <a:sym typeface="Arial"/>
              </a:endParaRPr>
            </a:p>
            <a:p>
              <a:pPr indent="-298450" lvl="0" marL="457200" rtl="0" algn="l">
                <a:spcBef>
                  <a:spcPts val="450"/>
                </a:spcBef>
                <a:spcAft>
                  <a:spcPts val="450"/>
                </a:spcAft>
                <a:buClr>
                  <a:srgbClr val="475569"/>
                </a:buClr>
                <a:buSzPts val="1100"/>
                <a:buFont typeface="Arial"/>
                <a:buChar char="●"/>
              </a:pPr>
              <a:r>
                <a:rPr b="1" lang="en" sz="1100">
                  <a:solidFill>
                    <a:srgbClr val="0F172A"/>
                  </a:solidFill>
                  <a:latin typeface="Arial"/>
                  <a:ea typeface="Arial"/>
                  <a:cs typeface="Arial"/>
                  <a:sym typeface="Arial"/>
                </a:rPr>
                <a:t>Black Box Decisions:</a:t>
              </a:r>
              <a:r>
                <a:rPr b="0" lang="en" sz="1100">
                  <a:solidFill>
                    <a:srgbClr val="475569"/>
                  </a:solidFill>
                  <a:latin typeface="Arial"/>
                  <a:ea typeface="Arial"/>
                  <a:cs typeface="Arial"/>
                  <a:sym typeface="Arial"/>
                </a:rPr>
                <a:t> Applicants are rarely told why they were rejected.</a:t>
              </a:r>
              <a:endParaRPr b="0" sz="1100">
                <a:solidFill>
                  <a:srgbClr val="475569"/>
                </a:solidFill>
                <a:latin typeface="Arial"/>
                <a:ea typeface="Arial"/>
                <a:cs typeface="Arial"/>
                <a:sym typeface="Arial"/>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37"/>
          <p:cNvSpPr/>
          <p:nvPr/>
        </p:nvSpPr>
        <p:spPr>
          <a:xfrm>
            <a:off x="0" y="0"/>
            <a:ext cx="9144000" cy="5143500"/>
          </a:xfrm>
          <a:prstGeom prst="rect">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235" name="Google Shape;235;p37"/>
          <p:cNvPicPr preferRelativeResize="0"/>
          <p:nvPr/>
        </p:nvPicPr>
        <p:blipFill rotWithShape="1">
          <a:blip r:embed="rId3">
            <a:alphaModFix/>
          </a:blip>
          <a:srcRect b="17325" l="0" r="0" t="17325"/>
          <a:stretch/>
        </p:blipFill>
        <p:spPr>
          <a:xfrm>
            <a:off x="-2" y="4849587"/>
            <a:ext cx="9153000" cy="81000"/>
          </a:xfrm>
          <a:prstGeom prst="rect">
            <a:avLst/>
          </a:prstGeom>
          <a:noFill/>
          <a:ln>
            <a:noFill/>
          </a:ln>
        </p:spPr>
      </p:pic>
      <p:pic>
        <p:nvPicPr>
          <p:cNvPr id="236" name="Google Shape;236;p37"/>
          <p:cNvPicPr preferRelativeResize="0"/>
          <p:nvPr/>
        </p:nvPicPr>
        <p:blipFill rotWithShape="1">
          <a:blip r:embed="rId4">
            <a:alphaModFix/>
          </a:blip>
          <a:srcRect b="0" l="0" r="0" t="0"/>
          <a:stretch/>
        </p:blipFill>
        <p:spPr>
          <a:xfrm>
            <a:off x="-2" y="971845"/>
            <a:ext cx="3348900" cy="77700"/>
          </a:xfrm>
          <a:prstGeom prst="rect">
            <a:avLst/>
          </a:prstGeom>
          <a:noFill/>
          <a:ln>
            <a:noFill/>
          </a:ln>
        </p:spPr>
      </p:pic>
      <p:pic>
        <p:nvPicPr>
          <p:cNvPr id="237" name="Google Shape;237;p37"/>
          <p:cNvPicPr preferRelativeResize="0"/>
          <p:nvPr/>
        </p:nvPicPr>
        <p:blipFill rotWithShape="1">
          <a:blip r:embed="rId5">
            <a:alphaModFix/>
          </a:blip>
          <a:srcRect b="0" l="0" r="0" t="0"/>
          <a:stretch/>
        </p:blipFill>
        <p:spPr>
          <a:xfrm>
            <a:off x="7559040" y="304463"/>
            <a:ext cx="1333500" cy="509700"/>
          </a:xfrm>
          <a:prstGeom prst="rect">
            <a:avLst/>
          </a:prstGeom>
          <a:noFill/>
          <a:ln>
            <a:noFill/>
          </a:ln>
        </p:spPr>
      </p:pic>
      <p:sp>
        <p:nvSpPr>
          <p:cNvPr id="238" name="Google Shape;238;p37"/>
          <p:cNvSpPr txBox="1"/>
          <p:nvPr/>
        </p:nvSpPr>
        <p:spPr>
          <a:xfrm>
            <a:off x="331470" y="262414"/>
            <a:ext cx="6995100" cy="6981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3300">
                <a:solidFill>
                  <a:srgbClr val="000000"/>
                </a:solidFill>
                <a:latin typeface="Arial Narrow"/>
                <a:ea typeface="Arial Narrow"/>
                <a:cs typeface="Arial Narrow"/>
                <a:sym typeface="Arial Narrow"/>
              </a:rPr>
              <a:t>Proposed System Architecture</a:t>
            </a:r>
            <a:endParaRPr b="1" sz="3300">
              <a:solidFill>
                <a:srgbClr val="000000"/>
              </a:solidFill>
              <a:latin typeface="Arial Narrow"/>
              <a:ea typeface="Arial Narrow"/>
              <a:cs typeface="Arial Narrow"/>
              <a:sym typeface="Arial Narrow"/>
            </a:endParaRPr>
          </a:p>
        </p:txBody>
      </p:sp>
      <p:grpSp>
        <p:nvGrpSpPr>
          <p:cNvPr id="239" name="Google Shape;239;p37"/>
          <p:cNvGrpSpPr/>
          <p:nvPr/>
        </p:nvGrpSpPr>
        <p:grpSpPr>
          <a:xfrm>
            <a:off x="400050" y="1333500"/>
            <a:ext cx="4048200" cy="3238500"/>
            <a:chOff x="0" y="0"/>
            <a:chExt cx="4048200" cy="3238500"/>
          </a:xfrm>
        </p:grpSpPr>
        <p:sp>
          <p:nvSpPr>
            <p:cNvPr id="240" name="Google Shape;240;p37"/>
            <p:cNvSpPr/>
            <p:nvPr/>
          </p:nvSpPr>
          <p:spPr>
            <a:xfrm>
              <a:off x="0" y="0"/>
              <a:ext cx="4048200" cy="3238500"/>
            </a:xfrm>
            <a:prstGeom prst="roundRect">
              <a:avLst>
                <a:gd fmla="val 2352"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1" name="Google Shape;241;p37"/>
            <p:cNvSpPr/>
            <p:nvPr/>
          </p:nvSpPr>
          <p:spPr>
            <a:xfrm>
              <a:off x="0" y="0"/>
              <a:ext cx="4048200" cy="38100"/>
            </a:xfrm>
            <a:prstGeom prst="roundRect">
              <a:avLst>
                <a:gd fmla="val 50000" name="adj"/>
              </a:avLst>
            </a:prstGeom>
            <a:solidFill>
              <a:srgbClr val="9700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2" name="Google Shape;242;p37"/>
            <p:cNvSpPr txBox="1"/>
            <p:nvPr/>
          </p:nvSpPr>
          <p:spPr>
            <a:xfrm>
              <a:off x="190500" y="190500"/>
              <a:ext cx="3667200" cy="2857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850">
                  <a:solidFill>
                    <a:srgbClr val="9700FF"/>
                  </a:solidFill>
                  <a:latin typeface="Arial"/>
                  <a:ea typeface="Arial"/>
                  <a:cs typeface="Arial"/>
                  <a:sym typeface="Arial"/>
                </a:rPr>
                <a:t>01. SYSTEM OVERVIEW</a:t>
              </a:r>
              <a:endParaRPr b="1" sz="850">
                <a:solidFill>
                  <a:srgbClr val="9700FF"/>
                </a:solidFill>
                <a:latin typeface="Arial"/>
                <a:ea typeface="Arial"/>
                <a:cs typeface="Arial"/>
                <a:sym typeface="Arial"/>
              </a:endParaRPr>
            </a:p>
            <a:p>
              <a:pPr indent="0" lvl="0" marL="0" rtl="0" algn="l">
                <a:spcBef>
                  <a:spcPts val="300"/>
                </a:spcBef>
                <a:spcAft>
                  <a:spcPts val="0"/>
                </a:spcAft>
                <a:buNone/>
              </a:pPr>
              <a:r>
                <a:rPr b="1" lang="en" sz="1275">
                  <a:solidFill>
                    <a:srgbClr val="0F172A"/>
                  </a:solidFill>
                  <a:latin typeface="Arial Narrow"/>
                  <a:ea typeface="Arial Narrow"/>
                  <a:cs typeface="Arial Narrow"/>
                  <a:sym typeface="Arial Narrow"/>
                </a:rPr>
                <a:t>Architecture &amp; Core Modules</a:t>
              </a:r>
              <a:endParaRPr b="1" sz="1275">
                <a:solidFill>
                  <a:srgbClr val="0F172A"/>
                </a:solidFill>
                <a:latin typeface="Arial Narrow"/>
                <a:ea typeface="Arial Narrow"/>
                <a:cs typeface="Arial Narrow"/>
                <a:sym typeface="Arial Narrow"/>
              </a:endParaRPr>
            </a:p>
            <a:p>
              <a:pPr indent="0" lvl="0" marL="0" rtl="0" algn="l">
                <a:spcBef>
                  <a:spcPts val="600"/>
                </a:spcBef>
                <a:spcAft>
                  <a:spcPts val="0"/>
                </a:spcAft>
                <a:buNone/>
              </a:pPr>
              <a:r>
                <a:rPr b="1" lang="en" sz="1050">
                  <a:solidFill>
                    <a:srgbClr val="0F172A"/>
                  </a:solidFill>
                  <a:latin typeface="Arial"/>
                  <a:ea typeface="Arial"/>
                  <a:cs typeface="Arial"/>
                  <a:sym typeface="Arial"/>
                </a:rPr>
                <a:t>Credixa</a:t>
              </a:r>
              <a:r>
                <a:rPr b="0" lang="en" sz="1050">
                  <a:solidFill>
                    <a:srgbClr val="475569"/>
                  </a:solidFill>
                  <a:latin typeface="Arial"/>
                  <a:ea typeface="Arial"/>
                  <a:cs typeface="Arial"/>
                  <a:sym typeface="Arial"/>
                </a:rPr>
                <a:t> operates on a highly scalable, 5-pillar cloud microservice architecture designed to handle real-time data processing, secure API routing, and heavy machine learning workloads seamlessly.</a:t>
              </a:r>
              <a:endParaRPr b="0" sz="1050">
                <a:solidFill>
                  <a:srgbClr val="475569"/>
                </a:solidFill>
                <a:latin typeface="Arial"/>
                <a:ea typeface="Arial"/>
                <a:cs typeface="Arial"/>
                <a:sym typeface="Arial"/>
              </a:endParaRPr>
            </a:p>
            <a:p>
              <a:pPr indent="0" lvl="0" marL="0" rtl="0" algn="l">
                <a:spcBef>
                  <a:spcPts val="900"/>
                </a:spcBef>
                <a:spcAft>
                  <a:spcPts val="0"/>
                </a:spcAft>
                <a:buNone/>
              </a:pPr>
              <a:r>
                <a:rPr b="1" lang="en" sz="1050">
                  <a:solidFill>
                    <a:srgbClr val="0F172A"/>
                  </a:solidFill>
                  <a:latin typeface="Arial"/>
                  <a:ea typeface="Arial"/>
                  <a:cs typeface="Arial"/>
                  <a:sym typeface="Arial"/>
                </a:rPr>
                <a:t>Frontend UI:</a:t>
              </a:r>
              <a:r>
                <a:rPr b="0" lang="en" sz="1050">
                  <a:solidFill>
                    <a:srgbClr val="475569"/>
                  </a:solidFill>
                  <a:latin typeface="Arial"/>
                  <a:ea typeface="Arial"/>
                  <a:cs typeface="Arial"/>
                  <a:sym typeface="Arial"/>
                </a:rPr>
                <a:t> Blazing-fast React app for a great user experience.</a:t>
              </a:r>
              <a:endParaRPr b="0" sz="1050">
                <a:solidFill>
                  <a:srgbClr val="475569"/>
                </a:solidFill>
                <a:latin typeface="Arial"/>
                <a:ea typeface="Arial"/>
                <a:cs typeface="Arial"/>
                <a:sym typeface="Arial"/>
              </a:endParaRPr>
            </a:p>
            <a:p>
              <a:pPr indent="0" lvl="0" marL="0" rtl="0" algn="l">
                <a:spcBef>
                  <a:spcPts val="450"/>
                </a:spcBef>
                <a:spcAft>
                  <a:spcPts val="0"/>
                </a:spcAft>
                <a:buNone/>
              </a:pPr>
              <a:r>
                <a:rPr b="1" lang="en" sz="1050">
                  <a:solidFill>
                    <a:srgbClr val="0F172A"/>
                  </a:solidFill>
                  <a:latin typeface="Arial"/>
                  <a:ea typeface="Arial"/>
                  <a:cs typeface="Arial"/>
                  <a:sym typeface="Arial"/>
                </a:rPr>
                <a:t>API Gateway:</a:t>
              </a:r>
              <a:r>
                <a:rPr b="0" lang="en" sz="1050">
                  <a:solidFill>
                    <a:srgbClr val="475569"/>
                  </a:solidFill>
                  <a:latin typeface="Arial"/>
                  <a:ea typeface="Arial"/>
                  <a:cs typeface="Arial"/>
                  <a:sym typeface="Arial"/>
                </a:rPr>
                <a:t> The central nervous system handling security and business logic.</a:t>
              </a:r>
              <a:endParaRPr b="0" sz="1050">
                <a:solidFill>
                  <a:srgbClr val="475569"/>
                </a:solidFill>
                <a:latin typeface="Arial"/>
                <a:ea typeface="Arial"/>
                <a:cs typeface="Arial"/>
                <a:sym typeface="Arial"/>
              </a:endParaRPr>
            </a:p>
            <a:p>
              <a:pPr indent="0" lvl="0" marL="0" rtl="0" algn="l">
                <a:spcBef>
                  <a:spcPts val="450"/>
                </a:spcBef>
                <a:spcAft>
                  <a:spcPts val="0"/>
                </a:spcAft>
                <a:buNone/>
              </a:pPr>
              <a:r>
                <a:rPr b="1" lang="en" sz="1050">
                  <a:solidFill>
                    <a:srgbClr val="0F172A"/>
                  </a:solidFill>
                  <a:latin typeface="Arial"/>
                  <a:ea typeface="Arial"/>
                  <a:cs typeface="Arial"/>
                  <a:sym typeface="Arial"/>
                </a:rPr>
                <a:t>AI Risk Engine:</a:t>
              </a:r>
              <a:r>
                <a:rPr b="0" lang="en" sz="1050">
                  <a:solidFill>
                    <a:srgbClr val="475569"/>
                  </a:solidFill>
                  <a:latin typeface="Arial"/>
                  <a:ea typeface="Arial"/>
                  <a:cs typeface="Arial"/>
                  <a:sym typeface="Arial"/>
                </a:rPr>
                <a:t> The "brain" performing OCR, parsing text, and running credit scoring models.</a:t>
              </a:r>
              <a:endParaRPr b="0" sz="1050">
                <a:solidFill>
                  <a:srgbClr val="475569"/>
                </a:solidFill>
                <a:latin typeface="Arial"/>
                <a:ea typeface="Arial"/>
                <a:cs typeface="Arial"/>
                <a:sym typeface="Arial"/>
              </a:endParaRPr>
            </a:p>
            <a:p>
              <a:pPr indent="0" lvl="0" marL="0" rtl="0" algn="l">
                <a:spcBef>
                  <a:spcPts val="450"/>
                </a:spcBef>
                <a:spcAft>
                  <a:spcPts val="450"/>
                </a:spcAft>
                <a:buNone/>
              </a:pPr>
              <a:r>
                <a:rPr b="1" lang="en" sz="1050">
                  <a:solidFill>
                    <a:srgbClr val="0F172A"/>
                  </a:solidFill>
                  <a:latin typeface="Arial"/>
                  <a:ea typeface="Arial"/>
                  <a:cs typeface="Arial"/>
                  <a:sym typeface="Arial"/>
                </a:rPr>
                <a:t>Database Vault &amp; Cache:</a:t>
              </a:r>
              <a:r>
                <a:rPr b="0" lang="en" sz="1050">
                  <a:solidFill>
                    <a:srgbClr val="475569"/>
                  </a:solidFill>
                  <a:latin typeface="Arial"/>
                  <a:ea typeface="Arial"/>
                  <a:cs typeface="Arial"/>
                  <a:sym typeface="Arial"/>
                </a:rPr>
                <a:t> PostgreSQL for safe storage, paired with Redis for caching.</a:t>
              </a:r>
              <a:endParaRPr b="0" sz="1050">
                <a:solidFill>
                  <a:srgbClr val="475569"/>
                </a:solidFill>
                <a:latin typeface="Arial"/>
                <a:ea typeface="Arial"/>
                <a:cs typeface="Arial"/>
                <a:sym typeface="Arial"/>
              </a:endParaRPr>
            </a:p>
          </p:txBody>
        </p:sp>
      </p:grpSp>
      <p:grpSp>
        <p:nvGrpSpPr>
          <p:cNvPr id="243" name="Google Shape;243;p37"/>
          <p:cNvGrpSpPr/>
          <p:nvPr/>
        </p:nvGrpSpPr>
        <p:grpSpPr>
          <a:xfrm>
            <a:off x="4695825" y="1333500"/>
            <a:ext cx="4048200" cy="3238500"/>
            <a:chOff x="0" y="0"/>
            <a:chExt cx="4048200" cy="3238500"/>
          </a:xfrm>
        </p:grpSpPr>
        <p:sp>
          <p:nvSpPr>
            <p:cNvPr id="244" name="Google Shape;244;p37"/>
            <p:cNvSpPr/>
            <p:nvPr/>
          </p:nvSpPr>
          <p:spPr>
            <a:xfrm>
              <a:off x="0" y="0"/>
              <a:ext cx="4048200" cy="3238500"/>
            </a:xfrm>
            <a:prstGeom prst="roundRect">
              <a:avLst>
                <a:gd fmla="val 2352"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5" name="Google Shape;245;p37"/>
            <p:cNvSpPr/>
            <p:nvPr/>
          </p:nvSpPr>
          <p:spPr>
            <a:xfrm>
              <a:off x="0" y="0"/>
              <a:ext cx="4048200" cy="38100"/>
            </a:xfrm>
            <a:prstGeom prst="roundRect">
              <a:avLst>
                <a:gd fmla="val 50000" name="adj"/>
              </a:avLst>
            </a:prstGeom>
            <a:solidFill>
              <a:srgbClr val="9700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6" name="Google Shape;246;p37"/>
            <p:cNvSpPr txBox="1"/>
            <p:nvPr/>
          </p:nvSpPr>
          <p:spPr>
            <a:xfrm>
              <a:off x="190500" y="172463"/>
              <a:ext cx="36672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850">
                  <a:solidFill>
                    <a:srgbClr val="9700FF"/>
                  </a:solidFill>
                  <a:latin typeface="Arial"/>
                  <a:ea typeface="Arial"/>
                  <a:cs typeface="Arial"/>
                  <a:sym typeface="Arial"/>
                </a:rPr>
                <a:t>02. VISUALIZATION</a:t>
              </a:r>
              <a:endParaRPr b="1" sz="850">
                <a:solidFill>
                  <a:srgbClr val="9700FF"/>
                </a:solidFill>
                <a:latin typeface="Arial"/>
                <a:ea typeface="Arial"/>
                <a:cs typeface="Arial"/>
                <a:sym typeface="Arial"/>
              </a:endParaRPr>
            </a:p>
            <a:p>
              <a:pPr indent="0" lvl="0" marL="0" rtl="0" algn="l">
                <a:spcBef>
                  <a:spcPts val="300"/>
                </a:spcBef>
                <a:spcAft>
                  <a:spcPts val="600"/>
                </a:spcAft>
                <a:buNone/>
              </a:pPr>
              <a:r>
                <a:rPr b="1" lang="en" sz="1275">
                  <a:solidFill>
                    <a:srgbClr val="0F172A"/>
                  </a:solidFill>
                  <a:latin typeface="Arial Narrow"/>
                  <a:ea typeface="Arial Narrow"/>
                  <a:cs typeface="Arial Narrow"/>
                  <a:sym typeface="Arial Narrow"/>
                </a:rPr>
                <a:t>Architecture Flow Diagram</a:t>
              </a:r>
              <a:endParaRPr b="1" sz="1275">
                <a:solidFill>
                  <a:srgbClr val="0F172A"/>
                </a:solidFill>
                <a:latin typeface="Arial Narrow"/>
                <a:ea typeface="Arial Narrow"/>
                <a:cs typeface="Arial Narrow"/>
                <a:sym typeface="Arial Narrow"/>
              </a:endParaRPr>
            </a:p>
          </p:txBody>
        </p:sp>
        <p:sp>
          <p:nvSpPr>
            <p:cNvPr id="247" name="Google Shape;247;p37"/>
            <p:cNvSpPr/>
            <p:nvPr/>
          </p:nvSpPr>
          <p:spPr>
            <a:xfrm>
              <a:off x="2181225" y="1343025"/>
              <a:ext cx="57300" cy="76200"/>
            </a:xfrm>
            <a:custGeom>
              <a:rect b="b" l="l" r="r" t="t"/>
              <a:pathLst>
                <a:path extrusionOk="0" h="120000" w="120000">
                  <a:moveTo>
                    <a:pt x="60000" y="120000"/>
                  </a:moveTo>
                  <a:lnTo>
                    <a:pt x="0" y="0"/>
                  </a:lnTo>
                  <a:lnTo>
                    <a:pt x="120000" y="0"/>
                  </a:lnTo>
                  <a:close/>
                </a:path>
              </a:pathLst>
            </a:custGeom>
            <a:solidFill>
              <a:srgbClr val="9700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8" name="Google Shape;248;p37"/>
            <p:cNvSpPr/>
            <p:nvPr/>
          </p:nvSpPr>
          <p:spPr>
            <a:xfrm>
              <a:off x="742950" y="1809750"/>
              <a:ext cx="0" cy="324000"/>
            </a:xfrm>
            <a:custGeom>
              <a:rect b="b" l="l" r="r" t="t"/>
              <a:pathLst>
                <a:path extrusionOk="0" fill="none" h="120000" w="120000">
                  <a:moveTo>
                    <a:pt x="0" y="0"/>
                  </a:moveTo>
                  <a:lnTo>
                    <a:pt x="0" y="120000"/>
                  </a:lnTo>
                </a:path>
              </a:pathLst>
            </a:custGeom>
            <a:solidFill>
              <a:srgbClr val="FFFFFF"/>
            </a:solidFill>
            <a:ln cap="flat" cmpd="sng" w="9525">
              <a:solidFill>
                <a:srgbClr val="475569"/>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9" name="Google Shape;249;p37"/>
            <p:cNvSpPr/>
            <p:nvPr/>
          </p:nvSpPr>
          <p:spPr>
            <a:xfrm>
              <a:off x="714375" y="2105025"/>
              <a:ext cx="57300" cy="76200"/>
            </a:xfrm>
            <a:custGeom>
              <a:rect b="b" l="l" r="r" t="t"/>
              <a:pathLst>
                <a:path extrusionOk="0" h="120000" w="120000">
                  <a:moveTo>
                    <a:pt x="60000" y="120000"/>
                  </a:moveTo>
                  <a:lnTo>
                    <a:pt x="0" y="0"/>
                  </a:lnTo>
                  <a:lnTo>
                    <a:pt x="120000" y="0"/>
                  </a:lnTo>
                  <a:close/>
                </a:path>
              </a:pathLst>
            </a:custGeom>
            <a:solidFill>
              <a:srgbClr val="47556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0" name="Google Shape;250;p37"/>
            <p:cNvSpPr/>
            <p:nvPr/>
          </p:nvSpPr>
          <p:spPr>
            <a:xfrm>
              <a:off x="2209800" y="1771650"/>
              <a:ext cx="0" cy="362100"/>
            </a:xfrm>
            <a:custGeom>
              <a:rect b="b" l="l" r="r" t="t"/>
              <a:pathLst>
                <a:path extrusionOk="0" fill="none" h="120000" w="120000">
                  <a:moveTo>
                    <a:pt x="0" y="0"/>
                  </a:moveTo>
                  <a:lnTo>
                    <a:pt x="0" y="120000"/>
                  </a:lnTo>
                </a:path>
              </a:pathLst>
            </a:custGeom>
            <a:solidFill>
              <a:srgbClr val="FFFFFF"/>
            </a:solidFill>
            <a:ln cap="flat" cmpd="sng" w="14300">
              <a:solidFill>
                <a:srgbClr val="9700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1" name="Google Shape;251;p37"/>
            <p:cNvSpPr/>
            <p:nvPr/>
          </p:nvSpPr>
          <p:spPr>
            <a:xfrm>
              <a:off x="2181225" y="2105025"/>
              <a:ext cx="57300" cy="76200"/>
            </a:xfrm>
            <a:custGeom>
              <a:rect b="b" l="l" r="r" t="t"/>
              <a:pathLst>
                <a:path extrusionOk="0" h="120000" w="120000">
                  <a:moveTo>
                    <a:pt x="60000" y="120000"/>
                  </a:moveTo>
                  <a:lnTo>
                    <a:pt x="0" y="0"/>
                  </a:lnTo>
                  <a:lnTo>
                    <a:pt x="120000" y="0"/>
                  </a:lnTo>
                  <a:close/>
                </a:path>
              </a:pathLst>
            </a:custGeom>
            <a:solidFill>
              <a:srgbClr val="9700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2" name="Google Shape;252;p37"/>
            <p:cNvSpPr txBox="1"/>
            <p:nvPr/>
          </p:nvSpPr>
          <p:spPr>
            <a:xfrm>
              <a:off x="2247900" y="1857375"/>
              <a:ext cx="8097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800">
                  <a:solidFill>
                    <a:srgbClr val="9700FF"/>
                  </a:solidFill>
                  <a:latin typeface="Arial"/>
                  <a:ea typeface="Arial"/>
                  <a:cs typeface="Arial"/>
                  <a:sym typeface="Arial"/>
                </a:rPr>
                <a:t>Secure API Key</a:t>
              </a:r>
              <a:endParaRPr b="1" sz="800">
                <a:solidFill>
                  <a:srgbClr val="9700FF"/>
                </a:solidFill>
                <a:latin typeface="Arial"/>
                <a:ea typeface="Arial"/>
                <a:cs typeface="Arial"/>
                <a:sym typeface="Arial"/>
              </a:endParaRPr>
            </a:p>
          </p:txBody>
        </p:sp>
        <p:sp>
          <p:nvSpPr>
            <p:cNvPr id="253" name="Google Shape;253;p37"/>
            <p:cNvSpPr/>
            <p:nvPr/>
          </p:nvSpPr>
          <p:spPr>
            <a:xfrm>
              <a:off x="1257300" y="2190750"/>
              <a:ext cx="1905000" cy="342900"/>
            </a:xfrm>
            <a:prstGeom prst="roundRect">
              <a:avLst>
                <a:gd fmla="val 16666" name="adj"/>
              </a:avLst>
            </a:prstGeom>
            <a:solidFill>
              <a:srgbClr val="FFFFFF"/>
            </a:solidFill>
            <a:ln cap="flat" cmpd="sng" w="14300">
              <a:solidFill>
                <a:srgbClr val="9700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254" name="Google Shape;254;p37"/>
            <p:cNvPicPr preferRelativeResize="0"/>
            <p:nvPr/>
          </p:nvPicPr>
          <p:blipFill rotWithShape="1">
            <a:blip r:embed="rId6">
              <a:alphaModFix/>
            </a:blip>
            <a:srcRect b="0" l="0" r="0" t="0"/>
            <a:stretch/>
          </p:blipFill>
          <p:spPr>
            <a:xfrm>
              <a:off x="1042988" y="2528888"/>
              <a:ext cx="600000" cy="381000"/>
            </a:xfrm>
            <a:prstGeom prst="rect">
              <a:avLst/>
            </a:prstGeom>
            <a:noFill/>
            <a:ln>
              <a:noFill/>
            </a:ln>
          </p:spPr>
        </p:pic>
        <p:sp>
          <p:nvSpPr>
            <p:cNvPr id="255" name="Google Shape;255;p37"/>
            <p:cNvSpPr/>
            <p:nvPr/>
          </p:nvSpPr>
          <p:spPr>
            <a:xfrm>
              <a:off x="1009650" y="2847975"/>
              <a:ext cx="85800" cy="85800"/>
            </a:xfrm>
            <a:custGeom>
              <a:rect b="b" l="l" r="r" t="t"/>
              <a:pathLst>
                <a:path extrusionOk="0" h="120000" w="120000">
                  <a:moveTo>
                    <a:pt x="0" y="120000"/>
                  </a:moveTo>
                  <a:lnTo>
                    <a:pt x="120000" y="66667"/>
                  </a:lnTo>
                  <a:lnTo>
                    <a:pt x="53333" y="0"/>
                  </a:lnTo>
                  <a:close/>
                </a:path>
              </a:pathLst>
            </a:custGeom>
            <a:solidFill>
              <a:srgbClr val="9700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6" name="Google Shape;256;p37"/>
            <p:cNvSpPr txBox="1"/>
            <p:nvPr/>
          </p:nvSpPr>
          <p:spPr>
            <a:xfrm>
              <a:off x="666750" y="2609850"/>
              <a:ext cx="762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1" lang="en" sz="750">
                  <a:solidFill>
                    <a:srgbClr val="9700FF"/>
                  </a:solidFill>
                  <a:latin typeface="Arial"/>
                  <a:ea typeface="Arial"/>
                  <a:cs typeface="Arial"/>
                  <a:sym typeface="Arial"/>
                </a:rPr>
                <a:t>Features</a:t>
              </a:r>
              <a:endParaRPr b="1" sz="750">
                <a:solidFill>
                  <a:srgbClr val="9700FF"/>
                </a:solidFill>
                <a:latin typeface="Arial"/>
                <a:ea typeface="Arial"/>
                <a:cs typeface="Arial"/>
                <a:sym typeface="Arial"/>
              </a:endParaRPr>
            </a:p>
          </p:txBody>
        </p:sp>
        <p:pic>
          <p:nvPicPr>
            <p:cNvPr id="257" name="Google Shape;257;p37"/>
            <p:cNvPicPr preferRelativeResize="0"/>
            <p:nvPr/>
          </p:nvPicPr>
          <p:blipFill rotWithShape="1">
            <a:blip r:embed="rId7">
              <a:alphaModFix/>
            </a:blip>
            <a:srcRect b="0" l="0" r="0" t="0"/>
            <a:stretch/>
          </p:blipFill>
          <p:spPr>
            <a:xfrm>
              <a:off x="2776538" y="2528888"/>
              <a:ext cx="600000" cy="381000"/>
            </a:xfrm>
            <a:prstGeom prst="rect">
              <a:avLst/>
            </a:prstGeom>
            <a:noFill/>
            <a:ln>
              <a:noFill/>
            </a:ln>
          </p:spPr>
        </p:pic>
        <p:sp>
          <p:nvSpPr>
            <p:cNvPr id="258" name="Google Shape;258;p37"/>
            <p:cNvSpPr/>
            <p:nvPr/>
          </p:nvSpPr>
          <p:spPr>
            <a:xfrm>
              <a:off x="3324225" y="2847975"/>
              <a:ext cx="85800" cy="85800"/>
            </a:xfrm>
            <a:custGeom>
              <a:rect b="b" l="l" r="r" t="t"/>
              <a:pathLst>
                <a:path extrusionOk="0" h="120000" w="120000">
                  <a:moveTo>
                    <a:pt x="120000" y="120000"/>
                  </a:moveTo>
                  <a:lnTo>
                    <a:pt x="66667" y="0"/>
                  </a:lnTo>
                  <a:lnTo>
                    <a:pt x="0" y="66667"/>
                  </a:lnTo>
                  <a:close/>
                </a:path>
              </a:pathLst>
            </a:custGeom>
            <a:solidFill>
              <a:srgbClr val="9700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9" name="Google Shape;259;p37"/>
            <p:cNvSpPr txBox="1"/>
            <p:nvPr/>
          </p:nvSpPr>
          <p:spPr>
            <a:xfrm>
              <a:off x="3000375" y="2609850"/>
              <a:ext cx="762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750">
                  <a:solidFill>
                    <a:srgbClr val="9700FF"/>
                  </a:solidFill>
                  <a:latin typeface="Arial"/>
                  <a:ea typeface="Arial"/>
                  <a:cs typeface="Arial"/>
                  <a:sym typeface="Arial"/>
                </a:rPr>
                <a:t>OCR Parse</a:t>
              </a:r>
              <a:endParaRPr b="1" sz="750">
                <a:solidFill>
                  <a:srgbClr val="9700FF"/>
                </a:solidFill>
                <a:latin typeface="Arial"/>
                <a:ea typeface="Arial"/>
                <a:cs typeface="Arial"/>
                <a:sym typeface="Arial"/>
              </a:endParaRPr>
            </a:p>
          </p:txBody>
        </p:sp>
      </p:grpSp>
      <p:pic>
        <p:nvPicPr>
          <p:cNvPr id="260" name="Google Shape;260;p37" title="Credixa_HLD.png"/>
          <p:cNvPicPr preferRelativeResize="0"/>
          <p:nvPr/>
        </p:nvPicPr>
        <p:blipFill>
          <a:blip r:embed="rId8">
            <a:alphaModFix/>
          </a:blip>
          <a:stretch>
            <a:fillRect/>
          </a:stretch>
        </p:blipFill>
        <p:spPr>
          <a:xfrm>
            <a:off x="4922325" y="1908275"/>
            <a:ext cx="3600148" cy="249054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pic>
        <p:nvPicPr>
          <p:cNvPr id="265" name="Google Shape;265;p38"/>
          <p:cNvPicPr preferRelativeResize="0"/>
          <p:nvPr/>
        </p:nvPicPr>
        <p:blipFill rotWithShape="1">
          <a:blip r:embed="rId3">
            <a:alphaModFix/>
          </a:blip>
          <a:srcRect b="17325" l="0" r="0" t="17325"/>
          <a:stretch/>
        </p:blipFill>
        <p:spPr>
          <a:xfrm>
            <a:off x="0" y="4849587"/>
            <a:ext cx="9153000" cy="81000"/>
          </a:xfrm>
          <a:prstGeom prst="rect">
            <a:avLst/>
          </a:prstGeom>
          <a:noFill/>
          <a:ln>
            <a:noFill/>
          </a:ln>
        </p:spPr>
      </p:pic>
      <p:pic>
        <p:nvPicPr>
          <p:cNvPr id="266" name="Google Shape;266;p38"/>
          <p:cNvPicPr preferRelativeResize="0"/>
          <p:nvPr/>
        </p:nvPicPr>
        <p:blipFill rotWithShape="1">
          <a:blip r:embed="rId4">
            <a:alphaModFix/>
          </a:blip>
          <a:srcRect b="0" l="0" r="0" t="0"/>
          <a:stretch/>
        </p:blipFill>
        <p:spPr>
          <a:xfrm>
            <a:off x="0" y="971845"/>
            <a:ext cx="3348900" cy="77700"/>
          </a:xfrm>
          <a:prstGeom prst="roundRect">
            <a:avLst>
              <a:gd fmla="val 0" name="adj"/>
            </a:avLst>
          </a:prstGeom>
          <a:noFill/>
          <a:ln>
            <a:noFill/>
          </a:ln>
        </p:spPr>
      </p:pic>
      <p:pic>
        <p:nvPicPr>
          <p:cNvPr id="267" name="Google Shape;267;p38"/>
          <p:cNvPicPr preferRelativeResize="0"/>
          <p:nvPr/>
        </p:nvPicPr>
        <p:blipFill rotWithShape="1">
          <a:blip r:embed="rId5">
            <a:alphaModFix/>
          </a:blip>
          <a:srcRect b="0" l="0" r="0" t="0"/>
          <a:stretch/>
        </p:blipFill>
        <p:spPr>
          <a:xfrm>
            <a:off x="7559040" y="304463"/>
            <a:ext cx="1333500" cy="509700"/>
          </a:xfrm>
          <a:prstGeom prst="roundRect">
            <a:avLst>
              <a:gd fmla="val 0" name="adj"/>
            </a:avLst>
          </a:prstGeom>
          <a:noFill/>
          <a:ln>
            <a:noFill/>
          </a:ln>
        </p:spPr>
      </p:pic>
      <p:grpSp>
        <p:nvGrpSpPr>
          <p:cNvPr id="268" name="Google Shape;268;p38"/>
          <p:cNvGrpSpPr/>
          <p:nvPr/>
        </p:nvGrpSpPr>
        <p:grpSpPr>
          <a:xfrm>
            <a:off x="331470" y="262414"/>
            <a:ext cx="6995100" cy="698100"/>
            <a:chOff x="0" y="0"/>
            <a:chExt cx="6995100" cy="698100"/>
          </a:xfrm>
        </p:grpSpPr>
        <p:sp>
          <p:nvSpPr>
            <p:cNvPr id="269" name="Google Shape;269;p38"/>
            <p:cNvSpPr/>
            <p:nvPr/>
          </p:nvSpPr>
          <p:spPr>
            <a:xfrm>
              <a:off x="0" y="0"/>
              <a:ext cx="6995100" cy="6981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0" name="Google Shape;270;p38"/>
            <p:cNvSpPr txBox="1"/>
            <p:nvPr/>
          </p:nvSpPr>
          <p:spPr>
            <a:xfrm>
              <a:off x="0" y="0"/>
              <a:ext cx="6995100" cy="6981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3300">
                  <a:solidFill>
                    <a:srgbClr val="000000"/>
                  </a:solidFill>
                  <a:latin typeface="Arial Narrow"/>
                  <a:ea typeface="Arial Narrow"/>
                  <a:cs typeface="Arial Narrow"/>
                  <a:sym typeface="Arial Narrow"/>
                </a:rPr>
                <a:t>Tools &amp; Technologies</a:t>
              </a:r>
              <a:endParaRPr b="1" sz="3300">
                <a:solidFill>
                  <a:srgbClr val="000000"/>
                </a:solidFill>
                <a:latin typeface="Arial Narrow"/>
                <a:ea typeface="Arial Narrow"/>
                <a:cs typeface="Arial Narrow"/>
                <a:sym typeface="Arial Narrow"/>
              </a:endParaRPr>
            </a:p>
          </p:txBody>
        </p:sp>
      </p:grpSp>
      <p:grpSp>
        <p:nvGrpSpPr>
          <p:cNvPr id="271" name="Google Shape;271;p38"/>
          <p:cNvGrpSpPr/>
          <p:nvPr/>
        </p:nvGrpSpPr>
        <p:grpSpPr>
          <a:xfrm>
            <a:off x="400050" y="1381125"/>
            <a:ext cx="1924200" cy="3095700"/>
            <a:chOff x="0" y="0"/>
            <a:chExt cx="1924200" cy="3095700"/>
          </a:xfrm>
        </p:grpSpPr>
        <p:sp>
          <p:nvSpPr>
            <p:cNvPr id="272" name="Google Shape;272;p38"/>
            <p:cNvSpPr/>
            <p:nvPr/>
          </p:nvSpPr>
          <p:spPr>
            <a:xfrm>
              <a:off x="0" y="0"/>
              <a:ext cx="1924200" cy="3095700"/>
            </a:xfrm>
            <a:prstGeom prst="roundRect">
              <a:avLst>
                <a:gd fmla="val 3960"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3" name="Google Shape;273;p38"/>
            <p:cNvSpPr/>
            <p:nvPr/>
          </p:nvSpPr>
          <p:spPr>
            <a:xfrm>
              <a:off x="0" y="0"/>
              <a:ext cx="1924200" cy="38100"/>
            </a:xfrm>
            <a:prstGeom prst="roundRect">
              <a:avLst>
                <a:gd fmla="val 50000" name="adj"/>
              </a:avLst>
            </a:prstGeom>
            <a:solidFill>
              <a:srgbClr val="9700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4" name="Google Shape;274;p38"/>
            <p:cNvSpPr txBox="1"/>
            <p:nvPr/>
          </p:nvSpPr>
          <p:spPr>
            <a:xfrm>
              <a:off x="0" y="0"/>
              <a:ext cx="1924200" cy="3095700"/>
            </a:xfrm>
            <a:prstGeom prst="rect">
              <a:avLst/>
            </a:prstGeom>
            <a:noFill/>
            <a:ln>
              <a:noFill/>
            </a:ln>
          </p:spPr>
          <p:txBody>
            <a:bodyPr anchorCtr="0" anchor="t" bIns="190500" lIns="190500" spcFirstLastPara="1" rIns="190500" wrap="square" tIns="190500">
              <a:noAutofit/>
            </a:bodyPr>
            <a:lstStyle/>
            <a:p>
              <a:pPr indent="0" lvl="0" marL="0" rtl="0" algn="l">
                <a:spcBef>
                  <a:spcPts val="0"/>
                </a:spcBef>
                <a:spcAft>
                  <a:spcPts val="0"/>
                </a:spcAft>
                <a:buNone/>
              </a:pPr>
              <a:r>
                <a:rPr b="1" lang="en" sz="950">
                  <a:solidFill>
                    <a:srgbClr val="9700FF"/>
                  </a:solidFill>
                  <a:latin typeface="Arial"/>
                  <a:ea typeface="Arial"/>
                  <a:cs typeface="Arial"/>
                  <a:sym typeface="Arial"/>
                </a:rPr>
                <a:t>01. LANGUAGES</a:t>
              </a:r>
              <a:endParaRPr b="1" sz="950">
                <a:solidFill>
                  <a:srgbClr val="9700FF"/>
                </a:solidFill>
                <a:latin typeface="Arial"/>
                <a:ea typeface="Arial"/>
                <a:cs typeface="Arial"/>
                <a:sym typeface="Arial"/>
              </a:endParaRPr>
            </a:p>
            <a:p>
              <a:pPr indent="0" lvl="0" marL="0" rtl="0" algn="l">
                <a:spcBef>
                  <a:spcPts val="300"/>
                </a:spcBef>
                <a:spcAft>
                  <a:spcPts val="0"/>
                </a:spcAft>
                <a:buNone/>
              </a:pPr>
              <a:r>
                <a:rPr b="1" lang="en" sz="1500">
                  <a:solidFill>
                    <a:srgbClr val="0F172A"/>
                  </a:solidFill>
                  <a:latin typeface="Arial Narrow"/>
                  <a:ea typeface="Arial Narrow"/>
                  <a:cs typeface="Arial Narrow"/>
                  <a:sym typeface="Arial Narrow"/>
                </a:rPr>
                <a:t>Programming</a:t>
              </a:r>
              <a:endParaRPr b="1" sz="1500">
                <a:solidFill>
                  <a:srgbClr val="0F172A"/>
                </a:solidFill>
                <a:latin typeface="Arial Narrow"/>
                <a:ea typeface="Arial Narrow"/>
                <a:cs typeface="Arial Narrow"/>
                <a:sym typeface="Arial Narrow"/>
              </a:endParaRPr>
            </a:p>
            <a:p>
              <a:pPr indent="0" lvl="0" marL="0" rtl="0" algn="l">
                <a:spcBef>
                  <a:spcPts val="750"/>
                </a:spcBef>
                <a:spcAft>
                  <a:spcPts val="0"/>
                </a:spcAft>
                <a:buNone/>
              </a:pPr>
              <a:r>
                <a:rPr b="1" lang="en" sz="1150">
                  <a:solidFill>
                    <a:srgbClr val="0F172A"/>
                  </a:solidFill>
                  <a:latin typeface="Arial"/>
                  <a:ea typeface="Arial"/>
                  <a:cs typeface="Arial"/>
                  <a:sym typeface="Arial"/>
                </a:rPr>
                <a:t>JavaScript / TypeScript</a:t>
              </a:r>
              <a:endParaRPr b="0" sz="1150">
                <a:solidFill>
                  <a:srgbClr val="475569"/>
                </a:solidFill>
                <a:latin typeface="Arial"/>
                <a:ea typeface="Arial"/>
                <a:cs typeface="Arial"/>
                <a:sym typeface="Arial"/>
              </a:endParaRPr>
            </a:p>
            <a:p>
              <a:pPr indent="0" lvl="0" marL="0" rtl="0" algn="l">
                <a:spcBef>
                  <a:spcPts val="450"/>
                </a:spcBef>
                <a:spcAft>
                  <a:spcPts val="0"/>
                </a:spcAft>
                <a:buNone/>
              </a:pPr>
              <a:r>
                <a:rPr b="1" lang="en" sz="1150">
                  <a:solidFill>
                    <a:srgbClr val="0F172A"/>
                  </a:solidFill>
                  <a:latin typeface="Arial"/>
                  <a:ea typeface="Arial"/>
                  <a:cs typeface="Arial"/>
                  <a:sym typeface="Arial"/>
                </a:rPr>
                <a:t>Python</a:t>
              </a:r>
              <a:endParaRPr b="0" sz="1150">
                <a:solidFill>
                  <a:srgbClr val="475569"/>
                </a:solidFill>
                <a:latin typeface="Arial"/>
                <a:ea typeface="Arial"/>
                <a:cs typeface="Arial"/>
                <a:sym typeface="Arial"/>
              </a:endParaRPr>
            </a:p>
            <a:p>
              <a:pPr indent="0" lvl="0" marL="0" rtl="0" algn="l">
                <a:spcBef>
                  <a:spcPts val="450"/>
                </a:spcBef>
                <a:spcAft>
                  <a:spcPts val="450"/>
                </a:spcAft>
                <a:buNone/>
              </a:pPr>
              <a:r>
                <a:rPr b="1" lang="en" sz="1150">
                  <a:solidFill>
                    <a:srgbClr val="0F172A"/>
                  </a:solidFill>
                  <a:latin typeface="Arial"/>
                  <a:ea typeface="Arial"/>
                  <a:cs typeface="Arial"/>
                  <a:sym typeface="Arial"/>
                </a:rPr>
                <a:t>SQL</a:t>
              </a:r>
              <a:endParaRPr b="0" sz="1150">
                <a:solidFill>
                  <a:srgbClr val="475569"/>
                </a:solidFill>
                <a:latin typeface="Arial"/>
                <a:ea typeface="Arial"/>
                <a:cs typeface="Arial"/>
                <a:sym typeface="Arial"/>
              </a:endParaRPr>
            </a:p>
          </p:txBody>
        </p:sp>
      </p:grpSp>
      <p:grpSp>
        <p:nvGrpSpPr>
          <p:cNvPr id="275" name="Google Shape;275;p38"/>
          <p:cNvGrpSpPr/>
          <p:nvPr/>
        </p:nvGrpSpPr>
        <p:grpSpPr>
          <a:xfrm>
            <a:off x="2514600" y="1381125"/>
            <a:ext cx="1924200" cy="3095700"/>
            <a:chOff x="0" y="0"/>
            <a:chExt cx="1924200" cy="3095700"/>
          </a:xfrm>
        </p:grpSpPr>
        <p:sp>
          <p:nvSpPr>
            <p:cNvPr id="276" name="Google Shape;276;p38"/>
            <p:cNvSpPr/>
            <p:nvPr/>
          </p:nvSpPr>
          <p:spPr>
            <a:xfrm>
              <a:off x="0" y="0"/>
              <a:ext cx="1924200" cy="3095700"/>
            </a:xfrm>
            <a:prstGeom prst="roundRect">
              <a:avLst>
                <a:gd fmla="val 3960"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7" name="Google Shape;277;p38"/>
            <p:cNvSpPr/>
            <p:nvPr/>
          </p:nvSpPr>
          <p:spPr>
            <a:xfrm>
              <a:off x="0" y="0"/>
              <a:ext cx="1924200" cy="38100"/>
            </a:xfrm>
            <a:prstGeom prst="roundRect">
              <a:avLst>
                <a:gd fmla="val 50000" name="adj"/>
              </a:avLst>
            </a:prstGeom>
            <a:solidFill>
              <a:srgbClr val="9700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8" name="Google Shape;278;p38"/>
            <p:cNvSpPr txBox="1"/>
            <p:nvPr/>
          </p:nvSpPr>
          <p:spPr>
            <a:xfrm>
              <a:off x="0" y="0"/>
              <a:ext cx="1924200" cy="3095700"/>
            </a:xfrm>
            <a:prstGeom prst="rect">
              <a:avLst/>
            </a:prstGeom>
            <a:noFill/>
            <a:ln>
              <a:noFill/>
            </a:ln>
          </p:spPr>
          <p:txBody>
            <a:bodyPr anchorCtr="0" anchor="t" bIns="190500" lIns="190500" spcFirstLastPara="1" rIns="190500" wrap="square" tIns="190500">
              <a:noAutofit/>
            </a:bodyPr>
            <a:lstStyle/>
            <a:p>
              <a:pPr indent="0" lvl="0" marL="0" rtl="0" algn="l">
                <a:spcBef>
                  <a:spcPts val="0"/>
                </a:spcBef>
                <a:spcAft>
                  <a:spcPts val="0"/>
                </a:spcAft>
                <a:buNone/>
              </a:pPr>
              <a:r>
                <a:rPr b="1" lang="en" sz="950">
                  <a:solidFill>
                    <a:srgbClr val="9700FF"/>
                  </a:solidFill>
                  <a:latin typeface="Arial"/>
                  <a:ea typeface="Arial"/>
                  <a:cs typeface="Arial"/>
                  <a:sym typeface="Arial"/>
                </a:rPr>
                <a:t>02. FRAMEWORKS</a:t>
              </a:r>
              <a:endParaRPr b="1" sz="950">
                <a:solidFill>
                  <a:srgbClr val="9700FF"/>
                </a:solidFill>
                <a:latin typeface="Arial"/>
                <a:ea typeface="Arial"/>
                <a:cs typeface="Arial"/>
                <a:sym typeface="Arial"/>
              </a:endParaRPr>
            </a:p>
            <a:p>
              <a:pPr indent="0" lvl="0" marL="0" rtl="0" algn="l">
                <a:spcBef>
                  <a:spcPts val="300"/>
                </a:spcBef>
                <a:spcAft>
                  <a:spcPts val="0"/>
                </a:spcAft>
                <a:buNone/>
              </a:pPr>
              <a:r>
                <a:rPr b="1" lang="en" sz="1500">
                  <a:solidFill>
                    <a:srgbClr val="0F172A"/>
                  </a:solidFill>
                  <a:latin typeface="Arial Narrow"/>
                  <a:ea typeface="Arial Narrow"/>
                  <a:cs typeface="Arial Narrow"/>
                  <a:sym typeface="Arial Narrow"/>
                </a:rPr>
                <a:t>Architecture</a:t>
              </a:r>
              <a:endParaRPr b="1" sz="1500">
                <a:solidFill>
                  <a:srgbClr val="0F172A"/>
                </a:solidFill>
                <a:latin typeface="Arial Narrow"/>
                <a:ea typeface="Arial Narrow"/>
                <a:cs typeface="Arial Narrow"/>
                <a:sym typeface="Arial Narrow"/>
              </a:endParaRPr>
            </a:p>
            <a:p>
              <a:pPr indent="0" lvl="0" marL="0" rtl="0" algn="l">
                <a:spcBef>
                  <a:spcPts val="750"/>
                </a:spcBef>
                <a:spcAft>
                  <a:spcPts val="0"/>
                </a:spcAft>
                <a:buNone/>
              </a:pPr>
              <a:r>
                <a:rPr b="1" lang="en" sz="1150">
                  <a:solidFill>
                    <a:srgbClr val="0F172A"/>
                  </a:solidFill>
                  <a:latin typeface="Arial"/>
                  <a:ea typeface="Arial"/>
                  <a:cs typeface="Arial"/>
                  <a:sym typeface="Arial"/>
                </a:rPr>
                <a:t>Frontend:</a:t>
              </a:r>
              <a:r>
                <a:rPr b="0" lang="en" sz="1150">
                  <a:solidFill>
                    <a:srgbClr val="475569"/>
                  </a:solidFill>
                  <a:latin typeface="Arial"/>
                  <a:ea typeface="Arial"/>
                  <a:cs typeface="Arial"/>
                  <a:sym typeface="Arial"/>
                </a:rPr>
                <a:t> React 19, Vite, Tailwind CSS</a:t>
              </a:r>
              <a:endParaRPr b="0" sz="1150">
                <a:solidFill>
                  <a:srgbClr val="475569"/>
                </a:solidFill>
                <a:latin typeface="Arial"/>
                <a:ea typeface="Arial"/>
                <a:cs typeface="Arial"/>
                <a:sym typeface="Arial"/>
              </a:endParaRPr>
            </a:p>
            <a:p>
              <a:pPr indent="0" lvl="0" marL="0" rtl="0" algn="l">
                <a:spcBef>
                  <a:spcPts val="450"/>
                </a:spcBef>
                <a:spcAft>
                  <a:spcPts val="0"/>
                </a:spcAft>
                <a:buNone/>
              </a:pPr>
              <a:r>
                <a:rPr b="1" lang="en" sz="1150">
                  <a:solidFill>
                    <a:srgbClr val="0F172A"/>
                  </a:solidFill>
                  <a:latin typeface="Arial"/>
                  <a:ea typeface="Arial"/>
                  <a:cs typeface="Arial"/>
                  <a:sym typeface="Arial"/>
                </a:rPr>
                <a:t>Backend:</a:t>
              </a:r>
              <a:r>
                <a:rPr b="0" lang="en" sz="1150">
                  <a:solidFill>
                    <a:srgbClr val="475569"/>
                  </a:solidFill>
                  <a:latin typeface="Arial"/>
                  <a:ea typeface="Arial"/>
                  <a:cs typeface="Arial"/>
                  <a:sym typeface="Arial"/>
                </a:rPr>
                <a:t> Node.js, Express</a:t>
              </a:r>
              <a:endParaRPr b="0" sz="1150">
                <a:solidFill>
                  <a:srgbClr val="475569"/>
                </a:solidFill>
                <a:latin typeface="Arial"/>
                <a:ea typeface="Arial"/>
                <a:cs typeface="Arial"/>
                <a:sym typeface="Arial"/>
              </a:endParaRPr>
            </a:p>
            <a:p>
              <a:pPr indent="0" lvl="0" marL="0" rtl="0" algn="l">
                <a:spcBef>
                  <a:spcPts val="450"/>
                </a:spcBef>
                <a:spcAft>
                  <a:spcPts val="450"/>
                </a:spcAft>
                <a:buNone/>
              </a:pPr>
              <a:r>
                <a:rPr b="1" lang="en" sz="1150">
                  <a:solidFill>
                    <a:srgbClr val="0F172A"/>
                  </a:solidFill>
                  <a:latin typeface="Arial"/>
                  <a:ea typeface="Arial"/>
                  <a:cs typeface="Arial"/>
                  <a:sym typeface="Arial"/>
                </a:rPr>
                <a:t>AI Engine:</a:t>
              </a:r>
              <a:r>
                <a:rPr b="0" lang="en" sz="1150">
                  <a:solidFill>
                    <a:srgbClr val="475569"/>
                  </a:solidFill>
                  <a:latin typeface="Arial"/>
                  <a:ea typeface="Arial"/>
                  <a:cs typeface="Arial"/>
                  <a:sym typeface="Arial"/>
                </a:rPr>
                <a:t> FastAPI</a:t>
              </a:r>
              <a:endParaRPr b="0" sz="1150">
                <a:solidFill>
                  <a:srgbClr val="475569"/>
                </a:solidFill>
                <a:latin typeface="Arial"/>
                <a:ea typeface="Arial"/>
                <a:cs typeface="Arial"/>
                <a:sym typeface="Arial"/>
              </a:endParaRPr>
            </a:p>
          </p:txBody>
        </p:sp>
      </p:grpSp>
      <p:grpSp>
        <p:nvGrpSpPr>
          <p:cNvPr id="279" name="Google Shape;279;p38"/>
          <p:cNvGrpSpPr/>
          <p:nvPr/>
        </p:nvGrpSpPr>
        <p:grpSpPr>
          <a:xfrm>
            <a:off x="4629150" y="1381125"/>
            <a:ext cx="1924200" cy="3095700"/>
            <a:chOff x="0" y="0"/>
            <a:chExt cx="1924200" cy="3095700"/>
          </a:xfrm>
        </p:grpSpPr>
        <p:sp>
          <p:nvSpPr>
            <p:cNvPr id="280" name="Google Shape;280;p38"/>
            <p:cNvSpPr/>
            <p:nvPr/>
          </p:nvSpPr>
          <p:spPr>
            <a:xfrm>
              <a:off x="0" y="0"/>
              <a:ext cx="1924200" cy="3095700"/>
            </a:xfrm>
            <a:prstGeom prst="roundRect">
              <a:avLst>
                <a:gd fmla="val 3960"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1" name="Google Shape;281;p38"/>
            <p:cNvSpPr/>
            <p:nvPr/>
          </p:nvSpPr>
          <p:spPr>
            <a:xfrm>
              <a:off x="0" y="0"/>
              <a:ext cx="1924200" cy="38100"/>
            </a:xfrm>
            <a:prstGeom prst="roundRect">
              <a:avLst>
                <a:gd fmla="val 50000" name="adj"/>
              </a:avLst>
            </a:prstGeom>
            <a:solidFill>
              <a:srgbClr val="9700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2" name="Google Shape;282;p38"/>
            <p:cNvSpPr txBox="1"/>
            <p:nvPr/>
          </p:nvSpPr>
          <p:spPr>
            <a:xfrm>
              <a:off x="0" y="0"/>
              <a:ext cx="1924200" cy="3095700"/>
            </a:xfrm>
            <a:prstGeom prst="rect">
              <a:avLst/>
            </a:prstGeom>
            <a:noFill/>
            <a:ln>
              <a:noFill/>
            </a:ln>
          </p:spPr>
          <p:txBody>
            <a:bodyPr anchorCtr="0" anchor="t" bIns="190500" lIns="190500" spcFirstLastPara="1" rIns="190500" wrap="square" tIns="190500">
              <a:noAutofit/>
            </a:bodyPr>
            <a:lstStyle/>
            <a:p>
              <a:pPr indent="0" lvl="0" marL="0" rtl="0" algn="l">
                <a:spcBef>
                  <a:spcPts val="0"/>
                </a:spcBef>
                <a:spcAft>
                  <a:spcPts val="0"/>
                </a:spcAft>
                <a:buNone/>
              </a:pPr>
              <a:r>
                <a:rPr b="1" lang="en" sz="950">
                  <a:solidFill>
                    <a:srgbClr val="9700FF"/>
                  </a:solidFill>
                  <a:latin typeface="Arial"/>
                  <a:ea typeface="Arial"/>
                  <a:cs typeface="Arial"/>
                  <a:sym typeface="Arial"/>
                </a:rPr>
                <a:t>03. STORAGE</a:t>
              </a:r>
              <a:endParaRPr b="1" sz="950">
                <a:solidFill>
                  <a:srgbClr val="9700FF"/>
                </a:solidFill>
                <a:latin typeface="Arial"/>
                <a:ea typeface="Arial"/>
                <a:cs typeface="Arial"/>
                <a:sym typeface="Arial"/>
              </a:endParaRPr>
            </a:p>
            <a:p>
              <a:pPr indent="0" lvl="0" marL="0" rtl="0" algn="l">
                <a:spcBef>
                  <a:spcPts val="300"/>
                </a:spcBef>
                <a:spcAft>
                  <a:spcPts val="0"/>
                </a:spcAft>
                <a:buNone/>
              </a:pPr>
              <a:r>
                <a:rPr b="1" lang="en" sz="1500">
                  <a:solidFill>
                    <a:srgbClr val="0F172A"/>
                  </a:solidFill>
                  <a:latin typeface="Arial Narrow"/>
                  <a:ea typeface="Arial Narrow"/>
                  <a:cs typeface="Arial Narrow"/>
                  <a:sym typeface="Arial Narrow"/>
                </a:rPr>
                <a:t>Database &amp; Cache</a:t>
              </a:r>
              <a:endParaRPr b="1" sz="1500">
                <a:solidFill>
                  <a:srgbClr val="0F172A"/>
                </a:solidFill>
                <a:latin typeface="Arial Narrow"/>
                <a:ea typeface="Arial Narrow"/>
                <a:cs typeface="Arial Narrow"/>
                <a:sym typeface="Arial Narrow"/>
              </a:endParaRPr>
            </a:p>
            <a:p>
              <a:pPr indent="0" lvl="0" marL="0" rtl="0" algn="l">
                <a:spcBef>
                  <a:spcPts val="750"/>
                </a:spcBef>
                <a:spcAft>
                  <a:spcPts val="0"/>
                </a:spcAft>
                <a:buNone/>
              </a:pPr>
              <a:r>
                <a:rPr b="1" lang="en" sz="1150">
                  <a:solidFill>
                    <a:srgbClr val="0F172A"/>
                  </a:solidFill>
                  <a:latin typeface="Arial"/>
                  <a:ea typeface="Arial"/>
                  <a:cs typeface="Arial"/>
                  <a:sym typeface="Arial"/>
                </a:rPr>
                <a:t>PostgreSQL</a:t>
              </a:r>
              <a:r>
                <a:rPr b="0" lang="en" sz="1150">
                  <a:solidFill>
                    <a:srgbClr val="475569"/>
                  </a:solidFill>
                  <a:latin typeface="Arial"/>
                  <a:ea typeface="Arial"/>
                  <a:cs typeface="Arial"/>
                  <a:sym typeface="Arial"/>
                </a:rPr>
                <a:t> (via Supabase)</a:t>
              </a:r>
              <a:endParaRPr b="0" sz="1150">
                <a:solidFill>
                  <a:srgbClr val="475569"/>
                </a:solidFill>
                <a:latin typeface="Arial"/>
                <a:ea typeface="Arial"/>
                <a:cs typeface="Arial"/>
                <a:sym typeface="Arial"/>
              </a:endParaRPr>
            </a:p>
            <a:p>
              <a:pPr indent="0" lvl="0" marL="0" rtl="0" algn="l">
                <a:spcBef>
                  <a:spcPts val="450"/>
                </a:spcBef>
                <a:spcAft>
                  <a:spcPts val="450"/>
                </a:spcAft>
                <a:buNone/>
              </a:pPr>
              <a:r>
                <a:rPr b="1" lang="en" sz="1150">
                  <a:solidFill>
                    <a:srgbClr val="0F172A"/>
                  </a:solidFill>
                  <a:latin typeface="Arial"/>
                  <a:ea typeface="Arial"/>
                  <a:cs typeface="Arial"/>
                  <a:sym typeface="Arial"/>
                </a:rPr>
                <a:t>Redis 7</a:t>
              </a:r>
              <a:r>
                <a:rPr b="0" lang="en" sz="1150">
                  <a:solidFill>
                    <a:srgbClr val="475569"/>
                  </a:solidFill>
                  <a:latin typeface="Arial"/>
                  <a:ea typeface="Arial"/>
                  <a:cs typeface="Arial"/>
                  <a:sym typeface="Arial"/>
                </a:rPr>
                <a:t> (Caching)</a:t>
              </a:r>
              <a:endParaRPr b="0" sz="1150">
                <a:solidFill>
                  <a:srgbClr val="475569"/>
                </a:solidFill>
                <a:latin typeface="Arial"/>
                <a:ea typeface="Arial"/>
                <a:cs typeface="Arial"/>
                <a:sym typeface="Arial"/>
              </a:endParaRPr>
            </a:p>
          </p:txBody>
        </p:sp>
      </p:grpSp>
      <p:grpSp>
        <p:nvGrpSpPr>
          <p:cNvPr id="283" name="Google Shape;283;p38"/>
          <p:cNvGrpSpPr/>
          <p:nvPr/>
        </p:nvGrpSpPr>
        <p:grpSpPr>
          <a:xfrm>
            <a:off x="6743700" y="1381125"/>
            <a:ext cx="2000100" cy="3095700"/>
            <a:chOff x="0" y="0"/>
            <a:chExt cx="2000100" cy="3095700"/>
          </a:xfrm>
        </p:grpSpPr>
        <p:sp>
          <p:nvSpPr>
            <p:cNvPr id="284" name="Google Shape;284;p38"/>
            <p:cNvSpPr/>
            <p:nvPr/>
          </p:nvSpPr>
          <p:spPr>
            <a:xfrm>
              <a:off x="0" y="0"/>
              <a:ext cx="2000100" cy="3095700"/>
            </a:xfrm>
            <a:prstGeom prst="roundRect">
              <a:avLst>
                <a:gd fmla="val 3809"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5" name="Google Shape;285;p38"/>
            <p:cNvSpPr/>
            <p:nvPr/>
          </p:nvSpPr>
          <p:spPr>
            <a:xfrm>
              <a:off x="0" y="0"/>
              <a:ext cx="2000100" cy="38100"/>
            </a:xfrm>
            <a:prstGeom prst="roundRect">
              <a:avLst>
                <a:gd fmla="val 50000" name="adj"/>
              </a:avLst>
            </a:prstGeom>
            <a:solidFill>
              <a:srgbClr val="9700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6" name="Google Shape;286;p38"/>
            <p:cNvSpPr txBox="1"/>
            <p:nvPr/>
          </p:nvSpPr>
          <p:spPr>
            <a:xfrm>
              <a:off x="0" y="0"/>
              <a:ext cx="2000100" cy="3095700"/>
            </a:xfrm>
            <a:prstGeom prst="rect">
              <a:avLst/>
            </a:prstGeom>
            <a:noFill/>
            <a:ln>
              <a:noFill/>
            </a:ln>
          </p:spPr>
          <p:txBody>
            <a:bodyPr anchorCtr="0" anchor="t" bIns="190500" lIns="142875" spcFirstLastPara="1" rIns="142875" wrap="square" tIns="190500">
              <a:noAutofit/>
            </a:bodyPr>
            <a:lstStyle/>
            <a:p>
              <a:pPr indent="0" lvl="0" marL="0" rtl="0" algn="l">
                <a:spcBef>
                  <a:spcPts val="0"/>
                </a:spcBef>
                <a:spcAft>
                  <a:spcPts val="0"/>
                </a:spcAft>
                <a:buNone/>
              </a:pPr>
              <a:r>
                <a:rPr b="1" lang="en" sz="950">
                  <a:solidFill>
                    <a:srgbClr val="9700FF"/>
                  </a:solidFill>
                  <a:latin typeface="Arial"/>
                  <a:ea typeface="Arial"/>
                  <a:cs typeface="Arial"/>
                  <a:sym typeface="Arial"/>
                </a:rPr>
                <a:t>04. ENGINEERING</a:t>
              </a:r>
              <a:endParaRPr b="1" sz="950">
                <a:solidFill>
                  <a:srgbClr val="9700FF"/>
                </a:solidFill>
                <a:latin typeface="Arial"/>
                <a:ea typeface="Arial"/>
                <a:cs typeface="Arial"/>
                <a:sym typeface="Arial"/>
              </a:endParaRPr>
            </a:p>
            <a:p>
              <a:pPr indent="0" lvl="0" marL="0" rtl="0" algn="l">
                <a:spcBef>
                  <a:spcPts val="300"/>
                </a:spcBef>
                <a:spcAft>
                  <a:spcPts val="0"/>
                </a:spcAft>
                <a:buNone/>
              </a:pPr>
              <a:r>
                <a:rPr b="1" lang="en" sz="1500">
                  <a:solidFill>
                    <a:srgbClr val="0F172A"/>
                  </a:solidFill>
                  <a:latin typeface="Arial Narrow"/>
                  <a:ea typeface="Arial Narrow"/>
                  <a:cs typeface="Arial Narrow"/>
                  <a:sym typeface="Arial Narrow"/>
                </a:rPr>
                <a:t>Tools &amp; ML</a:t>
              </a:r>
              <a:endParaRPr b="1" sz="1500">
                <a:solidFill>
                  <a:srgbClr val="0F172A"/>
                </a:solidFill>
                <a:latin typeface="Arial Narrow"/>
                <a:ea typeface="Arial Narrow"/>
                <a:cs typeface="Arial Narrow"/>
                <a:sym typeface="Arial Narrow"/>
              </a:endParaRPr>
            </a:p>
            <a:p>
              <a:pPr indent="0" lvl="0" marL="0" rtl="0" algn="l">
                <a:spcBef>
                  <a:spcPts val="750"/>
                </a:spcBef>
                <a:spcAft>
                  <a:spcPts val="0"/>
                </a:spcAft>
                <a:buNone/>
              </a:pPr>
              <a:r>
                <a:rPr b="1" lang="en" sz="1150">
                  <a:solidFill>
                    <a:srgbClr val="0F172A"/>
                  </a:solidFill>
                  <a:latin typeface="Arial"/>
                  <a:ea typeface="Arial"/>
                  <a:cs typeface="Arial"/>
                  <a:sym typeface="Arial"/>
                </a:rPr>
                <a:t>XGBoost</a:t>
              </a:r>
              <a:r>
                <a:rPr b="0" lang="en" sz="1150">
                  <a:solidFill>
                    <a:srgbClr val="475569"/>
                  </a:solidFill>
                  <a:latin typeface="Arial"/>
                  <a:ea typeface="Arial"/>
                  <a:cs typeface="Arial"/>
                  <a:sym typeface="Arial"/>
                </a:rPr>
                <a:t> (Predictive Modeling)</a:t>
              </a:r>
              <a:endParaRPr b="0" sz="1150">
                <a:solidFill>
                  <a:srgbClr val="475569"/>
                </a:solidFill>
                <a:latin typeface="Arial"/>
                <a:ea typeface="Arial"/>
                <a:cs typeface="Arial"/>
                <a:sym typeface="Arial"/>
              </a:endParaRPr>
            </a:p>
            <a:p>
              <a:pPr indent="0" lvl="0" marL="0" rtl="0" algn="l">
                <a:spcBef>
                  <a:spcPts val="450"/>
                </a:spcBef>
                <a:spcAft>
                  <a:spcPts val="0"/>
                </a:spcAft>
                <a:buNone/>
              </a:pPr>
              <a:r>
                <a:rPr b="1" lang="en" sz="1150">
                  <a:solidFill>
                    <a:srgbClr val="0F172A"/>
                  </a:solidFill>
                  <a:latin typeface="Arial"/>
                  <a:ea typeface="Arial"/>
                  <a:cs typeface="Arial"/>
                  <a:sym typeface="Arial"/>
                </a:rPr>
                <a:t>HuggingFace</a:t>
              </a:r>
              <a:r>
                <a:rPr b="0" lang="en" sz="1150">
                  <a:solidFill>
                    <a:srgbClr val="475569"/>
                  </a:solidFill>
                  <a:latin typeface="Arial"/>
                  <a:ea typeface="Arial"/>
                  <a:cs typeface="Arial"/>
                  <a:sym typeface="Arial"/>
                </a:rPr>
                <a:t> (Text Parsing)</a:t>
              </a:r>
              <a:endParaRPr b="0" sz="1150">
                <a:solidFill>
                  <a:srgbClr val="475569"/>
                </a:solidFill>
                <a:latin typeface="Arial"/>
                <a:ea typeface="Arial"/>
                <a:cs typeface="Arial"/>
                <a:sym typeface="Arial"/>
              </a:endParaRPr>
            </a:p>
            <a:p>
              <a:pPr indent="0" lvl="0" marL="0" rtl="0" algn="l">
                <a:spcBef>
                  <a:spcPts val="450"/>
                </a:spcBef>
                <a:spcAft>
                  <a:spcPts val="0"/>
                </a:spcAft>
                <a:buNone/>
              </a:pPr>
              <a:r>
                <a:rPr b="1" lang="en" sz="1150">
                  <a:solidFill>
                    <a:srgbClr val="0F172A"/>
                  </a:solidFill>
                  <a:latin typeface="Arial"/>
                  <a:ea typeface="Arial"/>
                  <a:cs typeface="Arial"/>
                  <a:sym typeface="Arial"/>
                </a:rPr>
                <a:t>Docker</a:t>
              </a:r>
              <a:r>
                <a:rPr b="0" lang="en" sz="1150">
                  <a:solidFill>
                    <a:srgbClr val="475569"/>
                  </a:solidFill>
                  <a:latin typeface="Arial"/>
                  <a:ea typeface="Arial"/>
                  <a:cs typeface="Arial"/>
                  <a:sym typeface="Arial"/>
                </a:rPr>
                <a:t> (Containerization)</a:t>
              </a:r>
              <a:endParaRPr b="0" sz="1150">
                <a:solidFill>
                  <a:srgbClr val="475569"/>
                </a:solidFill>
                <a:latin typeface="Arial"/>
                <a:ea typeface="Arial"/>
                <a:cs typeface="Arial"/>
                <a:sym typeface="Arial"/>
              </a:endParaRPr>
            </a:p>
            <a:p>
              <a:pPr indent="0" lvl="0" marL="0" rtl="0" algn="l">
                <a:spcBef>
                  <a:spcPts val="450"/>
                </a:spcBef>
                <a:spcAft>
                  <a:spcPts val="450"/>
                </a:spcAft>
                <a:buNone/>
              </a:pPr>
              <a:r>
                <a:rPr b="1" lang="en" sz="1150">
                  <a:solidFill>
                    <a:srgbClr val="0F172A"/>
                  </a:solidFill>
                  <a:latin typeface="Arial"/>
                  <a:ea typeface="Arial"/>
                  <a:cs typeface="Arial"/>
                  <a:sym typeface="Arial"/>
                </a:rPr>
                <a:t>Security:</a:t>
              </a:r>
              <a:r>
                <a:rPr b="0" lang="en" sz="1150">
                  <a:solidFill>
                    <a:srgbClr val="475569"/>
                  </a:solidFill>
                  <a:latin typeface="Arial"/>
                  <a:ea typeface="Arial"/>
                  <a:cs typeface="Arial"/>
                  <a:sym typeface="Arial"/>
                </a:rPr>
                <a:t> JWT &amp; HMAC-SHA256</a:t>
              </a:r>
              <a:endParaRPr b="0" sz="1150">
                <a:solidFill>
                  <a:srgbClr val="475569"/>
                </a:solidFill>
                <a:latin typeface="Arial"/>
                <a:ea typeface="Arial"/>
                <a:cs typeface="Arial"/>
                <a:sym typeface="Arial"/>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39"/>
          <p:cNvSpPr/>
          <p:nvPr/>
        </p:nvSpPr>
        <p:spPr>
          <a:xfrm>
            <a:off x="0" y="0"/>
            <a:ext cx="9144000" cy="5143500"/>
          </a:xfrm>
          <a:prstGeom prst="rect">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292" name="Google Shape;292;p39"/>
          <p:cNvPicPr preferRelativeResize="0"/>
          <p:nvPr/>
        </p:nvPicPr>
        <p:blipFill rotWithShape="1">
          <a:blip r:embed="rId3">
            <a:alphaModFix/>
          </a:blip>
          <a:srcRect b="17325" l="0" r="0" t="17325"/>
          <a:stretch/>
        </p:blipFill>
        <p:spPr>
          <a:xfrm>
            <a:off x="0" y="4849587"/>
            <a:ext cx="9153000" cy="81000"/>
          </a:xfrm>
          <a:prstGeom prst="rect">
            <a:avLst/>
          </a:prstGeom>
          <a:noFill/>
          <a:ln>
            <a:noFill/>
          </a:ln>
        </p:spPr>
      </p:pic>
      <p:pic>
        <p:nvPicPr>
          <p:cNvPr id="293" name="Google Shape;293;p39"/>
          <p:cNvPicPr preferRelativeResize="0"/>
          <p:nvPr/>
        </p:nvPicPr>
        <p:blipFill rotWithShape="1">
          <a:blip r:embed="rId4">
            <a:alphaModFix/>
          </a:blip>
          <a:srcRect b="0" l="0" r="0" t="0"/>
          <a:stretch/>
        </p:blipFill>
        <p:spPr>
          <a:xfrm>
            <a:off x="0" y="971845"/>
            <a:ext cx="3348900" cy="77700"/>
          </a:xfrm>
          <a:prstGeom prst="rect">
            <a:avLst/>
          </a:prstGeom>
          <a:noFill/>
          <a:ln>
            <a:noFill/>
          </a:ln>
        </p:spPr>
      </p:pic>
      <p:pic>
        <p:nvPicPr>
          <p:cNvPr id="294" name="Google Shape;294;p39"/>
          <p:cNvPicPr preferRelativeResize="0"/>
          <p:nvPr/>
        </p:nvPicPr>
        <p:blipFill rotWithShape="1">
          <a:blip r:embed="rId5">
            <a:alphaModFix/>
          </a:blip>
          <a:srcRect b="0" l="0" r="0" t="0"/>
          <a:stretch/>
        </p:blipFill>
        <p:spPr>
          <a:xfrm>
            <a:off x="7559040" y="304463"/>
            <a:ext cx="1333500" cy="509700"/>
          </a:xfrm>
          <a:prstGeom prst="rect">
            <a:avLst/>
          </a:prstGeom>
          <a:noFill/>
          <a:ln>
            <a:noFill/>
          </a:ln>
        </p:spPr>
      </p:pic>
      <p:sp>
        <p:nvSpPr>
          <p:cNvPr id="295" name="Google Shape;295;p39"/>
          <p:cNvSpPr txBox="1"/>
          <p:nvPr/>
        </p:nvSpPr>
        <p:spPr>
          <a:xfrm>
            <a:off x="331470" y="262414"/>
            <a:ext cx="6995100" cy="6981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225"/>
              </a:spcAft>
              <a:buNone/>
            </a:pPr>
            <a:r>
              <a:rPr b="1" lang="en" sz="3300">
                <a:solidFill>
                  <a:srgbClr val="000000"/>
                </a:solidFill>
                <a:latin typeface="Arial Narrow"/>
                <a:ea typeface="Arial Narrow"/>
                <a:cs typeface="Arial Narrow"/>
                <a:sym typeface="Arial Narrow"/>
              </a:rPr>
              <a:t>Implementation / Demo</a:t>
            </a:r>
            <a:endParaRPr b="1" sz="3300">
              <a:solidFill>
                <a:srgbClr val="000000"/>
              </a:solidFill>
              <a:latin typeface="Arial Narrow"/>
              <a:ea typeface="Arial Narrow"/>
              <a:cs typeface="Arial Narrow"/>
              <a:sym typeface="Arial Narrow"/>
            </a:endParaRPr>
          </a:p>
        </p:txBody>
      </p:sp>
      <p:grpSp>
        <p:nvGrpSpPr>
          <p:cNvPr id="296" name="Google Shape;296;p39"/>
          <p:cNvGrpSpPr/>
          <p:nvPr/>
        </p:nvGrpSpPr>
        <p:grpSpPr>
          <a:xfrm>
            <a:off x="390525" y="4324350"/>
            <a:ext cx="8363100" cy="381000"/>
            <a:chOff x="-9525" y="-9525"/>
            <a:chExt cx="8363100" cy="381000"/>
          </a:xfrm>
        </p:grpSpPr>
        <p:pic>
          <p:nvPicPr>
            <p:cNvPr id="297" name="Google Shape;297;p39"/>
            <p:cNvPicPr preferRelativeResize="0"/>
            <p:nvPr/>
          </p:nvPicPr>
          <p:blipFill rotWithShape="1">
            <a:blip r:embed="rId6">
              <a:alphaModFix/>
            </a:blip>
            <a:srcRect b="0" l="0" r="0" t="0"/>
            <a:stretch/>
          </p:blipFill>
          <p:spPr>
            <a:xfrm>
              <a:off x="-9525" y="-9525"/>
              <a:ext cx="8363100" cy="381000"/>
            </a:xfrm>
            <a:prstGeom prst="rect">
              <a:avLst/>
            </a:prstGeom>
            <a:noFill/>
            <a:ln>
              <a:noFill/>
            </a:ln>
          </p:spPr>
        </p:pic>
        <p:sp>
          <p:nvSpPr>
            <p:cNvPr id="298" name="Google Shape;298;p39"/>
            <p:cNvSpPr txBox="1"/>
            <p:nvPr/>
          </p:nvSpPr>
          <p:spPr>
            <a:xfrm>
              <a:off x="190500" y="0"/>
              <a:ext cx="7962900" cy="3621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050">
                  <a:solidFill>
                    <a:srgbClr val="475569"/>
                  </a:solidFill>
                  <a:latin typeface="Arial"/>
                  <a:ea typeface="Arial"/>
                  <a:cs typeface="Arial"/>
                  <a:sym typeface="Arial"/>
                </a:rPr>
                <a:t>🔗 Project Demo Video: </a:t>
              </a:r>
              <a:r>
                <a:rPr b="0" i="1" lang="en" sz="1050">
                  <a:solidFill>
                    <a:srgbClr val="94A3B8"/>
                  </a:solidFill>
                  <a:latin typeface="Arial"/>
                  <a:ea typeface="Arial"/>
                  <a:cs typeface="Arial"/>
                  <a:sym typeface="Arial"/>
                </a:rPr>
                <a:t>[Paste your video or demo link here]</a:t>
              </a:r>
              <a:endParaRPr b="1" sz="1050">
                <a:solidFill>
                  <a:srgbClr val="475569"/>
                </a:solidFill>
                <a:latin typeface="Arial"/>
                <a:ea typeface="Arial"/>
                <a:cs typeface="Arial"/>
                <a:sym typeface="Arial"/>
              </a:endParaRPr>
            </a:p>
          </p:txBody>
        </p:sp>
      </p:grpSp>
      <p:grpSp>
        <p:nvGrpSpPr>
          <p:cNvPr id="299" name="Google Shape;299;p39"/>
          <p:cNvGrpSpPr/>
          <p:nvPr/>
        </p:nvGrpSpPr>
        <p:grpSpPr>
          <a:xfrm>
            <a:off x="400050" y="1190625"/>
            <a:ext cx="4048200" cy="1428900"/>
            <a:chOff x="0" y="0"/>
            <a:chExt cx="4048200" cy="1428900"/>
          </a:xfrm>
        </p:grpSpPr>
        <p:sp>
          <p:nvSpPr>
            <p:cNvPr id="300" name="Google Shape;300;p39"/>
            <p:cNvSpPr/>
            <p:nvPr/>
          </p:nvSpPr>
          <p:spPr>
            <a:xfrm>
              <a:off x="0" y="0"/>
              <a:ext cx="4048200" cy="1428900"/>
            </a:xfrm>
            <a:prstGeom prst="roundRect">
              <a:avLst>
                <a:gd fmla="val 5331"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1" name="Google Shape;301;p39"/>
            <p:cNvSpPr/>
            <p:nvPr/>
          </p:nvSpPr>
          <p:spPr>
            <a:xfrm>
              <a:off x="0" y="0"/>
              <a:ext cx="4048200" cy="38100"/>
            </a:xfrm>
            <a:prstGeom prst="roundRect">
              <a:avLst>
                <a:gd fmla="val 50000" name="adj"/>
              </a:avLst>
            </a:prstGeom>
            <a:solidFill>
              <a:srgbClr val="9700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2" name="Google Shape;302;p39"/>
            <p:cNvSpPr txBox="1"/>
            <p:nvPr/>
          </p:nvSpPr>
          <p:spPr>
            <a:xfrm>
              <a:off x="190500" y="142875"/>
              <a:ext cx="3667200" cy="1143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 sz="850">
                  <a:solidFill>
                    <a:srgbClr val="9700FF"/>
                  </a:solidFill>
                  <a:latin typeface="Arial"/>
                  <a:ea typeface="Arial"/>
                  <a:cs typeface="Arial"/>
                  <a:sym typeface="Arial"/>
                </a:rPr>
                <a:t>01. INGESTION PIPELINE</a:t>
              </a:r>
              <a:endParaRPr b="1" sz="850">
                <a:solidFill>
                  <a:srgbClr val="9700FF"/>
                </a:solidFill>
                <a:latin typeface="Arial"/>
                <a:ea typeface="Arial"/>
                <a:cs typeface="Arial"/>
                <a:sym typeface="Arial"/>
              </a:endParaRPr>
            </a:p>
            <a:p>
              <a:pPr indent="0" lvl="0" marL="0" rtl="0" algn="l">
                <a:spcBef>
                  <a:spcPts val="225"/>
                </a:spcBef>
                <a:spcAft>
                  <a:spcPts val="0"/>
                </a:spcAft>
                <a:buNone/>
              </a:pPr>
              <a:r>
                <a:rPr b="1" lang="en" sz="1300">
                  <a:solidFill>
                    <a:srgbClr val="0F172A"/>
                  </a:solidFill>
                  <a:latin typeface="Arial Narrow"/>
                  <a:ea typeface="Arial Narrow"/>
                  <a:cs typeface="Arial Narrow"/>
                  <a:sym typeface="Arial Narrow"/>
                </a:rPr>
                <a:t>Intelligent Document Vault</a:t>
              </a:r>
              <a:endParaRPr b="1" sz="850">
                <a:solidFill>
                  <a:srgbClr val="9700FF"/>
                </a:solidFill>
                <a:latin typeface="Arial"/>
                <a:ea typeface="Arial"/>
                <a:cs typeface="Arial"/>
                <a:sym typeface="Arial"/>
              </a:endParaRPr>
            </a:p>
            <a:p>
              <a:pPr indent="0" lvl="0" marL="0" rtl="0" algn="l">
                <a:spcBef>
                  <a:spcPts val="225"/>
                </a:spcBef>
                <a:spcAft>
                  <a:spcPts val="0"/>
                </a:spcAft>
                <a:buNone/>
              </a:pPr>
              <a:r>
                <a:rPr b="0" lang="en" sz="1000">
                  <a:solidFill>
                    <a:srgbClr val="475569"/>
                  </a:solidFill>
                  <a:latin typeface="Arial"/>
                  <a:ea typeface="Arial"/>
                  <a:cs typeface="Arial"/>
                  <a:sym typeface="Arial"/>
                </a:rPr>
                <a:t>Students easily upload their fee structures and bank statements. Instead of manual review, our automated OCR pipeline instantly digitizes and reads these documents.</a:t>
              </a:r>
              <a:endParaRPr b="1" sz="850">
                <a:solidFill>
                  <a:srgbClr val="9700FF"/>
                </a:solidFill>
                <a:latin typeface="Arial"/>
                <a:ea typeface="Arial"/>
                <a:cs typeface="Arial"/>
                <a:sym typeface="Arial"/>
              </a:endParaRPr>
            </a:p>
          </p:txBody>
        </p:sp>
      </p:grpSp>
      <p:grpSp>
        <p:nvGrpSpPr>
          <p:cNvPr id="303" name="Google Shape;303;p39"/>
          <p:cNvGrpSpPr/>
          <p:nvPr/>
        </p:nvGrpSpPr>
        <p:grpSpPr>
          <a:xfrm>
            <a:off x="400050" y="2762250"/>
            <a:ext cx="4048200" cy="1428900"/>
            <a:chOff x="0" y="0"/>
            <a:chExt cx="4048200" cy="1428900"/>
          </a:xfrm>
        </p:grpSpPr>
        <p:sp>
          <p:nvSpPr>
            <p:cNvPr id="304" name="Google Shape;304;p39"/>
            <p:cNvSpPr/>
            <p:nvPr/>
          </p:nvSpPr>
          <p:spPr>
            <a:xfrm>
              <a:off x="0" y="0"/>
              <a:ext cx="4048200" cy="1428900"/>
            </a:xfrm>
            <a:prstGeom prst="roundRect">
              <a:avLst>
                <a:gd fmla="val 5331"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5" name="Google Shape;305;p39"/>
            <p:cNvSpPr/>
            <p:nvPr/>
          </p:nvSpPr>
          <p:spPr>
            <a:xfrm>
              <a:off x="0" y="0"/>
              <a:ext cx="4048200" cy="38100"/>
            </a:xfrm>
            <a:prstGeom prst="roundRect">
              <a:avLst>
                <a:gd fmla="val 50000" name="adj"/>
              </a:avLst>
            </a:prstGeom>
            <a:solidFill>
              <a:srgbClr val="9700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6" name="Google Shape;306;p39"/>
            <p:cNvSpPr txBox="1"/>
            <p:nvPr/>
          </p:nvSpPr>
          <p:spPr>
            <a:xfrm>
              <a:off x="190500" y="142875"/>
              <a:ext cx="3667200" cy="1143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 sz="850">
                  <a:solidFill>
                    <a:srgbClr val="9700FF"/>
                  </a:solidFill>
                  <a:latin typeface="Arial"/>
                  <a:ea typeface="Arial"/>
                  <a:cs typeface="Arial"/>
                  <a:sym typeface="Arial"/>
                </a:rPr>
                <a:t>02. DECISION CORE</a:t>
              </a:r>
              <a:endParaRPr b="1" sz="850">
                <a:solidFill>
                  <a:srgbClr val="9700FF"/>
                </a:solidFill>
                <a:latin typeface="Arial"/>
                <a:ea typeface="Arial"/>
                <a:cs typeface="Arial"/>
                <a:sym typeface="Arial"/>
              </a:endParaRPr>
            </a:p>
            <a:p>
              <a:pPr indent="0" lvl="0" marL="0" rtl="0" algn="l">
                <a:spcBef>
                  <a:spcPts val="225"/>
                </a:spcBef>
                <a:spcAft>
                  <a:spcPts val="0"/>
                </a:spcAft>
                <a:buNone/>
              </a:pPr>
              <a:r>
                <a:rPr b="1" lang="en" sz="1300">
                  <a:solidFill>
                    <a:srgbClr val="0F172A"/>
                  </a:solidFill>
                  <a:latin typeface="Arial Narrow"/>
                  <a:ea typeface="Arial Narrow"/>
                  <a:cs typeface="Arial Narrow"/>
                  <a:sym typeface="Arial Narrow"/>
                </a:rPr>
                <a:t>Explainable AI Underwriting</a:t>
              </a:r>
              <a:endParaRPr b="1" sz="850">
                <a:solidFill>
                  <a:srgbClr val="9700FF"/>
                </a:solidFill>
                <a:latin typeface="Arial"/>
                <a:ea typeface="Arial"/>
                <a:cs typeface="Arial"/>
                <a:sym typeface="Arial"/>
              </a:endParaRPr>
            </a:p>
            <a:p>
              <a:pPr indent="0" lvl="0" marL="0" rtl="0" algn="l">
                <a:spcBef>
                  <a:spcPts val="225"/>
                </a:spcBef>
                <a:spcAft>
                  <a:spcPts val="0"/>
                </a:spcAft>
                <a:buNone/>
              </a:pPr>
              <a:r>
                <a:rPr b="0" lang="en" sz="1000">
                  <a:solidFill>
                    <a:srgbClr val="475569"/>
                  </a:solidFill>
                  <a:latin typeface="Arial"/>
                  <a:ea typeface="Arial"/>
                  <a:cs typeface="Arial"/>
                  <a:sym typeface="Arial"/>
                </a:rPr>
                <a:t>The AI doesn't just output a number; it calculates the "Omniscore" and provides explicit reasoning (Pros and Cons) for its decision, ensuring complete transparency for the applicant.</a:t>
              </a:r>
              <a:endParaRPr b="1" sz="850">
                <a:solidFill>
                  <a:srgbClr val="9700FF"/>
                </a:solidFill>
                <a:latin typeface="Arial"/>
                <a:ea typeface="Arial"/>
                <a:cs typeface="Arial"/>
                <a:sym typeface="Arial"/>
              </a:endParaRPr>
            </a:p>
          </p:txBody>
        </p:sp>
      </p:grpSp>
      <p:grpSp>
        <p:nvGrpSpPr>
          <p:cNvPr id="307" name="Google Shape;307;p39"/>
          <p:cNvGrpSpPr/>
          <p:nvPr/>
        </p:nvGrpSpPr>
        <p:grpSpPr>
          <a:xfrm>
            <a:off x="4695825" y="1190625"/>
            <a:ext cx="4048200" cy="3000300"/>
            <a:chOff x="0" y="0"/>
            <a:chExt cx="4048200" cy="3000300"/>
          </a:xfrm>
        </p:grpSpPr>
        <p:sp>
          <p:nvSpPr>
            <p:cNvPr id="308" name="Google Shape;308;p39"/>
            <p:cNvSpPr/>
            <p:nvPr/>
          </p:nvSpPr>
          <p:spPr>
            <a:xfrm>
              <a:off x="0" y="0"/>
              <a:ext cx="4048200" cy="3000300"/>
            </a:xfrm>
            <a:prstGeom prst="roundRect">
              <a:avLst>
                <a:gd fmla="val 2539"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9" name="Google Shape;309;p39"/>
            <p:cNvSpPr/>
            <p:nvPr/>
          </p:nvSpPr>
          <p:spPr>
            <a:xfrm>
              <a:off x="0" y="0"/>
              <a:ext cx="4048200" cy="38100"/>
            </a:xfrm>
            <a:prstGeom prst="roundRect">
              <a:avLst>
                <a:gd fmla="val 50000" name="adj"/>
              </a:avLst>
            </a:prstGeom>
            <a:solidFill>
              <a:srgbClr val="9700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0" name="Google Shape;310;p39"/>
            <p:cNvSpPr txBox="1"/>
            <p:nvPr/>
          </p:nvSpPr>
          <p:spPr>
            <a:xfrm>
              <a:off x="190500" y="142875"/>
              <a:ext cx="3667200" cy="27147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 sz="850">
                  <a:solidFill>
                    <a:srgbClr val="9700FF"/>
                  </a:solidFill>
                  <a:latin typeface="Arial"/>
                  <a:ea typeface="Arial"/>
                  <a:cs typeface="Arial"/>
                  <a:sym typeface="Arial"/>
                </a:rPr>
                <a:t>03. USER FLOW</a:t>
              </a:r>
              <a:endParaRPr b="1" sz="850">
                <a:solidFill>
                  <a:srgbClr val="9700FF"/>
                </a:solidFill>
                <a:latin typeface="Arial"/>
                <a:ea typeface="Arial"/>
                <a:cs typeface="Arial"/>
                <a:sym typeface="Arial"/>
              </a:endParaRPr>
            </a:p>
            <a:p>
              <a:pPr indent="0" lvl="0" marL="0" rtl="0" algn="l">
                <a:spcBef>
                  <a:spcPts val="225"/>
                </a:spcBef>
                <a:spcAft>
                  <a:spcPts val="0"/>
                </a:spcAft>
                <a:buNone/>
              </a:pPr>
              <a:r>
                <a:rPr b="1" lang="en" sz="1300">
                  <a:solidFill>
                    <a:srgbClr val="0F172A"/>
                  </a:solidFill>
                  <a:latin typeface="Arial Narrow"/>
                  <a:ea typeface="Arial Narrow"/>
                  <a:cs typeface="Arial Narrow"/>
                  <a:sym typeface="Arial Narrow"/>
                </a:rPr>
                <a:t>System Execution Steps</a:t>
              </a:r>
              <a:endParaRPr b="1" sz="850">
                <a:solidFill>
                  <a:srgbClr val="9700FF"/>
                </a:solidFill>
                <a:latin typeface="Arial"/>
                <a:ea typeface="Arial"/>
                <a:cs typeface="Arial"/>
                <a:sym typeface="Arial"/>
              </a:endParaRPr>
            </a:p>
            <a:p>
              <a:pPr indent="0" lvl="0" marL="0" rtl="0" algn="l">
                <a:spcBef>
                  <a:spcPts val="225"/>
                </a:spcBef>
                <a:spcAft>
                  <a:spcPts val="0"/>
                </a:spcAft>
                <a:buNone/>
              </a:pPr>
              <a:r>
                <a:rPr b="1" lang="en" sz="1100">
                  <a:solidFill>
                    <a:srgbClr val="9700FF"/>
                  </a:solidFill>
                  <a:latin typeface="Arial"/>
                  <a:ea typeface="Arial"/>
                  <a:cs typeface="Arial"/>
                  <a:sym typeface="Arial"/>
                </a:rPr>
                <a:t>1. Register:</a:t>
              </a:r>
              <a:r>
                <a:rPr b="0" lang="en" sz="1000">
                  <a:solidFill>
                    <a:srgbClr val="475569"/>
                  </a:solidFill>
                  <a:latin typeface="Arial"/>
                  <a:ea typeface="Arial"/>
                  <a:cs typeface="Arial"/>
                  <a:sym typeface="Arial"/>
                </a:rPr>
                <a:t> Student inputs basic details and links a co-applicant.</a:t>
              </a:r>
              <a:endParaRPr b="1" sz="850">
                <a:solidFill>
                  <a:srgbClr val="9700FF"/>
                </a:solidFill>
                <a:latin typeface="Arial"/>
                <a:ea typeface="Arial"/>
                <a:cs typeface="Arial"/>
                <a:sym typeface="Arial"/>
              </a:endParaRPr>
            </a:p>
            <a:p>
              <a:pPr indent="0" lvl="0" marL="0" rtl="0" algn="l">
                <a:spcBef>
                  <a:spcPts val="225"/>
                </a:spcBef>
                <a:spcAft>
                  <a:spcPts val="0"/>
                </a:spcAft>
                <a:buNone/>
              </a:pPr>
              <a:r>
                <a:rPr b="1" lang="en" sz="1100">
                  <a:solidFill>
                    <a:srgbClr val="9700FF"/>
                  </a:solidFill>
                  <a:latin typeface="Arial"/>
                  <a:ea typeface="Arial"/>
                  <a:cs typeface="Arial"/>
                  <a:sym typeface="Arial"/>
                </a:rPr>
                <a:t>2. Upload:</a:t>
              </a:r>
              <a:r>
                <a:rPr b="0" lang="en" sz="1000">
                  <a:solidFill>
                    <a:srgbClr val="475569"/>
                  </a:solidFill>
                  <a:latin typeface="Arial"/>
                  <a:ea typeface="Arial"/>
                  <a:cs typeface="Arial"/>
                  <a:sym typeface="Arial"/>
                </a:rPr>
                <a:t> Documents are securely uploaded to the vault.</a:t>
              </a:r>
              <a:endParaRPr b="1" sz="850">
                <a:solidFill>
                  <a:srgbClr val="9700FF"/>
                </a:solidFill>
                <a:latin typeface="Arial"/>
                <a:ea typeface="Arial"/>
                <a:cs typeface="Arial"/>
                <a:sym typeface="Arial"/>
              </a:endParaRPr>
            </a:p>
            <a:p>
              <a:pPr indent="0" lvl="0" marL="0" rtl="0" algn="l">
                <a:spcBef>
                  <a:spcPts val="225"/>
                </a:spcBef>
                <a:spcAft>
                  <a:spcPts val="0"/>
                </a:spcAft>
                <a:buNone/>
              </a:pPr>
              <a:r>
                <a:rPr b="1" lang="en" sz="1100">
                  <a:solidFill>
                    <a:srgbClr val="9700FF"/>
                  </a:solidFill>
                  <a:latin typeface="Arial"/>
                  <a:ea typeface="Arial"/>
                  <a:cs typeface="Arial"/>
                  <a:sym typeface="Arial"/>
                </a:rPr>
                <a:t>3. Analyze:</a:t>
              </a:r>
              <a:r>
                <a:rPr b="0" lang="en" sz="1000">
                  <a:solidFill>
                    <a:srgbClr val="475569"/>
                  </a:solidFill>
                  <a:latin typeface="Arial"/>
                  <a:ea typeface="Arial"/>
                  <a:cs typeface="Arial"/>
                  <a:sym typeface="Arial"/>
                </a:rPr>
                <a:t> The AI Risk Engine evaluates the data in real-time.</a:t>
              </a:r>
              <a:endParaRPr b="1" sz="850">
                <a:solidFill>
                  <a:srgbClr val="9700FF"/>
                </a:solidFill>
                <a:latin typeface="Arial"/>
                <a:ea typeface="Arial"/>
                <a:cs typeface="Arial"/>
                <a:sym typeface="Arial"/>
              </a:endParaRPr>
            </a:p>
            <a:p>
              <a:pPr indent="0" lvl="0" marL="0" rtl="0" algn="l">
                <a:spcBef>
                  <a:spcPts val="225"/>
                </a:spcBef>
                <a:spcAft>
                  <a:spcPts val="0"/>
                </a:spcAft>
                <a:buNone/>
              </a:pPr>
              <a:r>
                <a:rPr b="1" lang="en" sz="1100">
                  <a:solidFill>
                    <a:srgbClr val="9700FF"/>
                  </a:solidFill>
                  <a:latin typeface="Arial"/>
                  <a:ea typeface="Arial"/>
                  <a:cs typeface="Arial"/>
                  <a:sym typeface="Arial"/>
                </a:rPr>
                <a:t>4. Disburse:</a:t>
              </a:r>
              <a:r>
                <a:rPr b="0" lang="en" sz="1000">
                  <a:solidFill>
                    <a:srgbClr val="475569"/>
                  </a:solidFill>
                  <a:latin typeface="Arial"/>
                  <a:ea typeface="Arial"/>
                  <a:cs typeface="Arial"/>
                  <a:sym typeface="Arial"/>
                </a:rPr>
                <a:t> An Omniscore is generated, a credit limit is set, funds are routed to the college, and a clear repayment schedule is presented.</a:t>
              </a:r>
              <a:endParaRPr b="1" sz="850">
                <a:solidFill>
                  <a:srgbClr val="9700FF"/>
                </a:solidFill>
                <a:latin typeface="Arial"/>
                <a:ea typeface="Arial"/>
                <a:cs typeface="Arial"/>
                <a:sym typeface="Arial"/>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40"/>
          <p:cNvSpPr/>
          <p:nvPr/>
        </p:nvSpPr>
        <p:spPr>
          <a:xfrm>
            <a:off x="0" y="0"/>
            <a:ext cx="9144000" cy="5143500"/>
          </a:xfrm>
          <a:prstGeom prst="rect">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316" name="Google Shape;316;p40"/>
          <p:cNvPicPr preferRelativeResize="0"/>
          <p:nvPr/>
        </p:nvPicPr>
        <p:blipFill rotWithShape="1">
          <a:blip r:embed="rId3">
            <a:alphaModFix/>
          </a:blip>
          <a:srcRect b="17325" l="0" r="0" t="17325"/>
          <a:stretch/>
        </p:blipFill>
        <p:spPr>
          <a:xfrm>
            <a:off x="0" y="4849587"/>
            <a:ext cx="9153000" cy="81000"/>
          </a:xfrm>
          <a:prstGeom prst="rect">
            <a:avLst/>
          </a:prstGeom>
          <a:noFill/>
          <a:ln>
            <a:noFill/>
          </a:ln>
        </p:spPr>
      </p:pic>
      <p:pic>
        <p:nvPicPr>
          <p:cNvPr id="317" name="Google Shape;317;p40"/>
          <p:cNvPicPr preferRelativeResize="0"/>
          <p:nvPr/>
        </p:nvPicPr>
        <p:blipFill rotWithShape="1">
          <a:blip r:embed="rId4">
            <a:alphaModFix/>
          </a:blip>
          <a:srcRect b="0" l="0" r="0" t="0"/>
          <a:stretch/>
        </p:blipFill>
        <p:spPr>
          <a:xfrm>
            <a:off x="0" y="971845"/>
            <a:ext cx="3348900" cy="77700"/>
          </a:xfrm>
          <a:prstGeom prst="rect">
            <a:avLst/>
          </a:prstGeom>
          <a:noFill/>
          <a:ln>
            <a:noFill/>
          </a:ln>
        </p:spPr>
      </p:pic>
      <p:pic>
        <p:nvPicPr>
          <p:cNvPr id="318" name="Google Shape;318;p40"/>
          <p:cNvPicPr preferRelativeResize="0"/>
          <p:nvPr/>
        </p:nvPicPr>
        <p:blipFill rotWithShape="1">
          <a:blip r:embed="rId5">
            <a:alphaModFix/>
          </a:blip>
          <a:srcRect b="0" l="0" r="0" t="0"/>
          <a:stretch/>
        </p:blipFill>
        <p:spPr>
          <a:xfrm>
            <a:off x="7559040" y="304463"/>
            <a:ext cx="1333500" cy="509700"/>
          </a:xfrm>
          <a:prstGeom prst="rect">
            <a:avLst/>
          </a:prstGeom>
          <a:noFill/>
          <a:ln>
            <a:noFill/>
          </a:ln>
        </p:spPr>
      </p:pic>
      <p:sp>
        <p:nvSpPr>
          <p:cNvPr id="319" name="Google Shape;319;p40"/>
          <p:cNvSpPr txBox="1"/>
          <p:nvPr/>
        </p:nvSpPr>
        <p:spPr>
          <a:xfrm>
            <a:off x="331470" y="262414"/>
            <a:ext cx="6995100" cy="6981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3300">
                <a:solidFill>
                  <a:srgbClr val="000000"/>
                </a:solidFill>
                <a:latin typeface="Arial Narrow"/>
                <a:ea typeface="Arial Narrow"/>
                <a:cs typeface="Arial Narrow"/>
                <a:sym typeface="Arial Narrow"/>
              </a:rPr>
              <a:t>Results &amp; Analysis</a:t>
            </a:r>
            <a:endParaRPr b="1" sz="3300">
              <a:solidFill>
                <a:srgbClr val="000000"/>
              </a:solidFill>
              <a:latin typeface="Arial Narrow"/>
              <a:ea typeface="Arial Narrow"/>
              <a:cs typeface="Arial Narrow"/>
              <a:sym typeface="Arial Narrow"/>
            </a:endParaRPr>
          </a:p>
        </p:txBody>
      </p:sp>
      <p:grpSp>
        <p:nvGrpSpPr>
          <p:cNvPr id="320" name="Google Shape;320;p40"/>
          <p:cNvGrpSpPr/>
          <p:nvPr/>
        </p:nvGrpSpPr>
        <p:grpSpPr>
          <a:xfrm>
            <a:off x="400050" y="1238250"/>
            <a:ext cx="2619300" cy="3429000"/>
            <a:chOff x="0" y="0"/>
            <a:chExt cx="2619300" cy="3429000"/>
          </a:xfrm>
        </p:grpSpPr>
        <p:sp>
          <p:nvSpPr>
            <p:cNvPr id="321" name="Google Shape;321;p40"/>
            <p:cNvSpPr/>
            <p:nvPr/>
          </p:nvSpPr>
          <p:spPr>
            <a:xfrm>
              <a:off x="0" y="0"/>
              <a:ext cx="2619300" cy="3429000"/>
            </a:xfrm>
            <a:prstGeom prst="roundRect">
              <a:avLst>
                <a:gd fmla="val 2909"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2" name="Google Shape;322;p40"/>
            <p:cNvSpPr/>
            <p:nvPr/>
          </p:nvSpPr>
          <p:spPr>
            <a:xfrm>
              <a:off x="0" y="0"/>
              <a:ext cx="2619300" cy="38100"/>
            </a:xfrm>
            <a:prstGeom prst="roundRect">
              <a:avLst>
                <a:gd fmla="val 50000" name="adj"/>
              </a:avLst>
            </a:prstGeom>
            <a:solidFill>
              <a:srgbClr val="9700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3" name="Google Shape;323;p40"/>
            <p:cNvSpPr txBox="1"/>
            <p:nvPr/>
          </p:nvSpPr>
          <p:spPr>
            <a:xfrm>
              <a:off x="190500" y="190500"/>
              <a:ext cx="2238300" cy="3048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850">
                  <a:solidFill>
                    <a:srgbClr val="9700FF"/>
                  </a:solidFill>
                  <a:latin typeface="Arial"/>
                  <a:ea typeface="Arial"/>
                  <a:cs typeface="Arial"/>
                  <a:sym typeface="Arial"/>
                </a:rPr>
                <a:t>01. OUTPUT</a:t>
              </a:r>
              <a:endParaRPr b="1" sz="850">
                <a:solidFill>
                  <a:srgbClr val="9700FF"/>
                </a:solidFill>
                <a:latin typeface="Arial"/>
                <a:ea typeface="Arial"/>
                <a:cs typeface="Arial"/>
                <a:sym typeface="Arial"/>
              </a:endParaRPr>
            </a:p>
            <a:p>
              <a:pPr indent="0" lvl="0" marL="0" rtl="0" algn="l">
                <a:spcBef>
                  <a:spcPts val="225"/>
                </a:spcBef>
                <a:spcAft>
                  <a:spcPts val="0"/>
                </a:spcAft>
                <a:buNone/>
              </a:pPr>
              <a:r>
                <a:rPr b="1" lang="en" sz="1300">
                  <a:solidFill>
                    <a:srgbClr val="0F172A"/>
                  </a:solidFill>
                  <a:latin typeface="Arial Narrow"/>
                  <a:ea typeface="Arial Narrow"/>
                  <a:cs typeface="Arial Narrow"/>
                  <a:sym typeface="Arial Narrow"/>
                </a:rPr>
                <a:t>Instant Underwriting</a:t>
              </a:r>
              <a:endParaRPr b="1" sz="1300">
                <a:solidFill>
                  <a:srgbClr val="0F172A"/>
                </a:solidFill>
                <a:latin typeface="Arial Narrow"/>
                <a:ea typeface="Arial Narrow"/>
                <a:cs typeface="Arial Narrow"/>
                <a:sym typeface="Arial Narrow"/>
              </a:endParaRPr>
            </a:p>
            <a:p>
              <a:pPr indent="0" lvl="0" marL="0" rtl="0" algn="l">
                <a:spcBef>
                  <a:spcPts val="225"/>
                </a:spcBef>
                <a:spcAft>
                  <a:spcPts val="0"/>
                </a:spcAft>
                <a:buNone/>
              </a:pPr>
              <a:r>
                <a:rPr b="0" lang="en" sz="950">
                  <a:solidFill>
                    <a:srgbClr val="475569"/>
                  </a:solidFill>
                  <a:latin typeface="Arial"/>
                  <a:ea typeface="Arial"/>
                  <a:cs typeface="Arial"/>
                  <a:sym typeface="Arial"/>
                </a:rPr>
                <a:t>By automating the underwriting process, Credixa drastically reduces loan approval times from weeks to under 60 seconds.</a:t>
              </a:r>
              <a:endParaRPr b="0" sz="950">
                <a:solidFill>
                  <a:srgbClr val="475569"/>
                </a:solidFill>
                <a:latin typeface="Arial"/>
                <a:ea typeface="Arial"/>
                <a:cs typeface="Arial"/>
                <a:sym typeface="Arial"/>
              </a:endParaRPr>
            </a:p>
          </p:txBody>
        </p:sp>
      </p:grpSp>
      <p:grpSp>
        <p:nvGrpSpPr>
          <p:cNvPr id="324" name="Google Shape;324;p40"/>
          <p:cNvGrpSpPr/>
          <p:nvPr/>
        </p:nvGrpSpPr>
        <p:grpSpPr>
          <a:xfrm>
            <a:off x="3257550" y="1238250"/>
            <a:ext cx="2619300" cy="3429000"/>
            <a:chOff x="0" y="0"/>
            <a:chExt cx="2619300" cy="3429000"/>
          </a:xfrm>
        </p:grpSpPr>
        <p:sp>
          <p:nvSpPr>
            <p:cNvPr id="325" name="Google Shape;325;p40"/>
            <p:cNvSpPr/>
            <p:nvPr/>
          </p:nvSpPr>
          <p:spPr>
            <a:xfrm>
              <a:off x="0" y="0"/>
              <a:ext cx="2619300" cy="3429000"/>
            </a:xfrm>
            <a:prstGeom prst="roundRect">
              <a:avLst>
                <a:gd fmla="val 2909"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6" name="Google Shape;326;p40"/>
            <p:cNvSpPr/>
            <p:nvPr/>
          </p:nvSpPr>
          <p:spPr>
            <a:xfrm>
              <a:off x="0" y="0"/>
              <a:ext cx="2619300" cy="38100"/>
            </a:xfrm>
            <a:prstGeom prst="roundRect">
              <a:avLst>
                <a:gd fmla="val 50000" name="adj"/>
              </a:avLst>
            </a:prstGeom>
            <a:solidFill>
              <a:srgbClr val="9700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7" name="Google Shape;327;p40"/>
            <p:cNvSpPr txBox="1"/>
            <p:nvPr/>
          </p:nvSpPr>
          <p:spPr>
            <a:xfrm>
              <a:off x="190500" y="190500"/>
              <a:ext cx="2238300" cy="3048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850">
                  <a:solidFill>
                    <a:srgbClr val="9700FF"/>
                  </a:solidFill>
                  <a:latin typeface="Arial"/>
                  <a:ea typeface="Arial"/>
                  <a:cs typeface="Arial"/>
                  <a:sym typeface="Arial"/>
                </a:rPr>
                <a:t>02. PERFORMANCE METRICS</a:t>
              </a:r>
              <a:endParaRPr b="1" sz="850">
                <a:solidFill>
                  <a:srgbClr val="9700FF"/>
                </a:solidFill>
                <a:latin typeface="Arial"/>
                <a:ea typeface="Arial"/>
                <a:cs typeface="Arial"/>
                <a:sym typeface="Arial"/>
              </a:endParaRPr>
            </a:p>
            <a:p>
              <a:pPr indent="0" lvl="0" marL="0" rtl="0" algn="l">
                <a:spcBef>
                  <a:spcPts val="225"/>
                </a:spcBef>
                <a:spcAft>
                  <a:spcPts val="0"/>
                </a:spcAft>
                <a:buNone/>
              </a:pPr>
              <a:r>
                <a:rPr b="1" lang="en" sz="1300">
                  <a:solidFill>
                    <a:srgbClr val="0F172A"/>
                  </a:solidFill>
                  <a:latin typeface="Arial Narrow"/>
                  <a:ea typeface="Arial Narrow"/>
                  <a:cs typeface="Arial Narrow"/>
                  <a:sym typeface="Arial Narrow"/>
                </a:rPr>
                <a:t>Accuracy &amp; Speed</a:t>
              </a:r>
              <a:endParaRPr b="1" sz="1300">
                <a:solidFill>
                  <a:srgbClr val="0F172A"/>
                </a:solidFill>
                <a:latin typeface="Arial Narrow"/>
                <a:ea typeface="Arial Narrow"/>
                <a:cs typeface="Arial Narrow"/>
                <a:sym typeface="Arial Narrow"/>
              </a:endParaRPr>
            </a:p>
            <a:p>
              <a:pPr indent="0" lvl="0" marL="0" rtl="0" algn="l">
                <a:spcBef>
                  <a:spcPts val="225"/>
                </a:spcBef>
                <a:spcAft>
                  <a:spcPts val="0"/>
                </a:spcAft>
                <a:buNone/>
              </a:pPr>
              <a:r>
                <a:rPr b="0" lang="en" sz="950">
                  <a:solidFill>
                    <a:srgbClr val="475569"/>
                  </a:solidFill>
                  <a:latin typeface="Arial"/>
                  <a:ea typeface="Arial"/>
                  <a:cs typeface="Arial"/>
                  <a:sym typeface="Arial"/>
                </a:rPr>
                <a:t>Our pipeline achieves high accuracy in text extraction from unstructured documents. The XGBoost classifier ensures highly predictive risk modeling, while our Redis cache maintains microsecond latency for session handling.</a:t>
              </a:r>
              <a:endParaRPr b="0" sz="950">
                <a:solidFill>
                  <a:srgbClr val="475569"/>
                </a:solidFill>
                <a:latin typeface="Arial"/>
                <a:ea typeface="Arial"/>
                <a:cs typeface="Arial"/>
                <a:sym typeface="Arial"/>
              </a:endParaRPr>
            </a:p>
          </p:txBody>
        </p:sp>
      </p:grpSp>
      <p:grpSp>
        <p:nvGrpSpPr>
          <p:cNvPr id="328" name="Google Shape;328;p40"/>
          <p:cNvGrpSpPr/>
          <p:nvPr/>
        </p:nvGrpSpPr>
        <p:grpSpPr>
          <a:xfrm>
            <a:off x="6115050" y="1238250"/>
            <a:ext cx="2628900" cy="3429000"/>
            <a:chOff x="0" y="0"/>
            <a:chExt cx="2628900" cy="3429000"/>
          </a:xfrm>
        </p:grpSpPr>
        <p:sp>
          <p:nvSpPr>
            <p:cNvPr id="329" name="Google Shape;329;p40"/>
            <p:cNvSpPr/>
            <p:nvPr/>
          </p:nvSpPr>
          <p:spPr>
            <a:xfrm>
              <a:off x="0" y="0"/>
              <a:ext cx="2628900" cy="3429000"/>
            </a:xfrm>
            <a:prstGeom prst="roundRect">
              <a:avLst>
                <a:gd fmla="val 2898"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0" name="Google Shape;330;p40"/>
            <p:cNvSpPr/>
            <p:nvPr/>
          </p:nvSpPr>
          <p:spPr>
            <a:xfrm>
              <a:off x="0" y="0"/>
              <a:ext cx="2628900" cy="38100"/>
            </a:xfrm>
            <a:prstGeom prst="roundRect">
              <a:avLst>
                <a:gd fmla="val 50000" name="adj"/>
              </a:avLst>
            </a:prstGeom>
            <a:solidFill>
              <a:srgbClr val="9700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1" name="Google Shape;331;p40"/>
            <p:cNvSpPr txBox="1"/>
            <p:nvPr/>
          </p:nvSpPr>
          <p:spPr>
            <a:xfrm>
              <a:off x="190500" y="190500"/>
              <a:ext cx="2247900" cy="3048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850">
                  <a:solidFill>
                    <a:srgbClr val="9700FF"/>
                  </a:solidFill>
                  <a:latin typeface="Arial"/>
                  <a:ea typeface="Arial"/>
                  <a:cs typeface="Arial"/>
                  <a:sym typeface="Arial"/>
                </a:rPr>
                <a:t>03. COMPARISON</a:t>
              </a:r>
              <a:endParaRPr b="1" sz="850">
                <a:solidFill>
                  <a:srgbClr val="9700FF"/>
                </a:solidFill>
                <a:latin typeface="Arial"/>
                <a:ea typeface="Arial"/>
                <a:cs typeface="Arial"/>
                <a:sym typeface="Arial"/>
              </a:endParaRPr>
            </a:p>
            <a:p>
              <a:pPr indent="0" lvl="0" marL="0" rtl="0" algn="l">
                <a:spcBef>
                  <a:spcPts val="225"/>
                </a:spcBef>
                <a:spcAft>
                  <a:spcPts val="0"/>
                </a:spcAft>
                <a:buNone/>
              </a:pPr>
              <a:r>
                <a:rPr b="1" lang="en" sz="1300">
                  <a:solidFill>
                    <a:srgbClr val="0F172A"/>
                  </a:solidFill>
                  <a:latin typeface="Arial Narrow"/>
                  <a:ea typeface="Arial Narrow"/>
                  <a:cs typeface="Arial Narrow"/>
                  <a:sym typeface="Arial Narrow"/>
                </a:rPr>
                <a:t>Credixa vs. Traditional Banks</a:t>
              </a:r>
              <a:endParaRPr b="1" sz="1300">
                <a:solidFill>
                  <a:srgbClr val="0F172A"/>
                </a:solidFill>
                <a:latin typeface="Arial Narrow"/>
                <a:ea typeface="Arial Narrow"/>
                <a:cs typeface="Arial Narrow"/>
                <a:sym typeface="Arial Narrow"/>
              </a:endParaRPr>
            </a:p>
            <a:p>
              <a:pPr indent="0" lvl="0" marL="0" rtl="0" algn="l">
                <a:spcBef>
                  <a:spcPts val="225"/>
                </a:spcBef>
                <a:spcAft>
                  <a:spcPts val="0"/>
                </a:spcAft>
                <a:buNone/>
              </a:pPr>
              <a:r>
                <a:rPr b="0" lang="en" sz="950">
                  <a:solidFill>
                    <a:srgbClr val="475569"/>
                  </a:solidFill>
                  <a:latin typeface="Arial"/>
                  <a:ea typeface="Arial"/>
                  <a:cs typeface="Arial"/>
                  <a:sym typeface="Arial"/>
                </a:rPr>
                <a:t>Unlike traditional banks that judge applicants based on a static, historical credit score, Credixa continuously adapts. By analyzing dynamic, real-world behavioral data—such as savings rates, debt-to-income ratios, and financial habits—we provide a much fairer and more inclusive approval rate for young students.</a:t>
              </a:r>
              <a:endParaRPr b="0" sz="950">
                <a:solidFill>
                  <a:srgbClr val="475569"/>
                </a:solidFill>
                <a:latin typeface="Arial"/>
                <a:ea typeface="Arial"/>
                <a:cs typeface="Arial"/>
                <a:sym typeface="Arial"/>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41"/>
          <p:cNvSpPr/>
          <p:nvPr/>
        </p:nvSpPr>
        <p:spPr>
          <a:xfrm>
            <a:off x="0" y="0"/>
            <a:ext cx="9144000" cy="5143500"/>
          </a:xfrm>
          <a:prstGeom prst="rect">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337" name="Google Shape;337;p41"/>
          <p:cNvPicPr preferRelativeResize="0"/>
          <p:nvPr/>
        </p:nvPicPr>
        <p:blipFill rotWithShape="1">
          <a:blip r:embed="rId3">
            <a:alphaModFix/>
          </a:blip>
          <a:srcRect b="17325" l="0" r="100" t="17325"/>
          <a:stretch/>
        </p:blipFill>
        <p:spPr>
          <a:xfrm>
            <a:off x="0" y="4849587"/>
            <a:ext cx="9144000" cy="81000"/>
          </a:xfrm>
          <a:prstGeom prst="rect">
            <a:avLst/>
          </a:prstGeom>
          <a:noFill/>
          <a:ln>
            <a:noFill/>
          </a:ln>
        </p:spPr>
      </p:pic>
      <p:pic>
        <p:nvPicPr>
          <p:cNvPr id="338" name="Google Shape;338;p41"/>
          <p:cNvPicPr preferRelativeResize="0"/>
          <p:nvPr/>
        </p:nvPicPr>
        <p:blipFill rotWithShape="1">
          <a:blip r:embed="rId4">
            <a:alphaModFix/>
          </a:blip>
          <a:srcRect b="10" l="0" r="0" t="0"/>
          <a:stretch/>
        </p:blipFill>
        <p:spPr>
          <a:xfrm>
            <a:off x="0" y="971845"/>
            <a:ext cx="3348900" cy="77700"/>
          </a:xfrm>
          <a:prstGeom prst="rect">
            <a:avLst/>
          </a:prstGeom>
          <a:noFill/>
          <a:ln>
            <a:noFill/>
          </a:ln>
        </p:spPr>
      </p:pic>
      <p:pic>
        <p:nvPicPr>
          <p:cNvPr id="339" name="Google Shape;339;p41"/>
          <p:cNvPicPr preferRelativeResize="0"/>
          <p:nvPr/>
        </p:nvPicPr>
        <p:blipFill rotWithShape="1">
          <a:blip r:embed="rId5">
            <a:alphaModFix/>
          </a:blip>
          <a:srcRect b="0" l="0" r="0" t="0"/>
          <a:stretch/>
        </p:blipFill>
        <p:spPr>
          <a:xfrm>
            <a:off x="7559040" y="304467"/>
            <a:ext cx="1333500" cy="509700"/>
          </a:xfrm>
          <a:prstGeom prst="rect">
            <a:avLst/>
          </a:prstGeom>
          <a:noFill/>
          <a:ln>
            <a:noFill/>
          </a:ln>
        </p:spPr>
      </p:pic>
      <p:sp>
        <p:nvSpPr>
          <p:cNvPr id="340" name="Google Shape;340;p41"/>
          <p:cNvSpPr txBox="1"/>
          <p:nvPr/>
        </p:nvSpPr>
        <p:spPr>
          <a:xfrm>
            <a:off x="331470" y="262414"/>
            <a:ext cx="6995100" cy="6981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 sz="3300">
                <a:solidFill>
                  <a:srgbClr val="000000"/>
                </a:solidFill>
                <a:latin typeface="Arial Narrow"/>
                <a:ea typeface="Arial Narrow"/>
                <a:cs typeface="Arial Narrow"/>
                <a:sym typeface="Arial Narrow"/>
              </a:rPr>
              <a:t>Challenges &amp; Limitations</a:t>
            </a:r>
            <a:endParaRPr b="1" sz="3300">
              <a:solidFill>
                <a:srgbClr val="000000"/>
              </a:solidFill>
              <a:latin typeface="Arial Narrow"/>
              <a:ea typeface="Arial Narrow"/>
              <a:cs typeface="Arial Narrow"/>
              <a:sym typeface="Arial Narrow"/>
            </a:endParaRPr>
          </a:p>
        </p:txBody>
      </p:sp>
      <p:grpSp>
        <p:nvGrpSpPr>
          <p:cNvPr id="341" name="Google Shape;341;p41"/>
          <p:cNvGrpSpPr/>
          <p:nvPr/>
        </p:nvGrpSpPr>
        <p:grpSpPr>
          <a:xfrm>
            <a:off x="400050" y="1285875"/>
            <a:ext cx="4048200" cy="1571700"/>
            <a:chOff x="0" y="0"/>
            <a:chExt cx="4048200" cy="1571700"/>
          </a:xfrm>
        </p:grpSpPr>
        <p:sp>
          <p:nvSpPr>
            <p:cNvPr id="342" name="Google Shape;342;p41"/>
            <p:cNvSpPr/>
            <p:nvPr/>
          </p:nvSpPr>
          <p:spPr>
            <a:xfrm>
              <a:off x="0" y="0"/>
              <a:ext cx="4048200" cy="1571700"/>
            </a:xfrm>
            <a:prstGeom prst="roundRect">
              <a:avLst>
                <a:gd fmla="val 4848"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3" name="Google Shape;343;p41"/>
            <p:cNvSpPr/>
            <p:nvPr/>
          </p:nvSpPr>
          <p:spPr>
            <a:xfrm>
              <a:off x="0" y="0"/>
              <a:ext cx="4048200" cy="38100"/>
            </a:xfrm>
            <a:prstGeom prst="roundRect">
              <a:avLst>
                <a:gd fmla="val 50000" name="adj"/>
              </a:avLst>
            </a:prstGeom>
            <a:solidFill>
              <a:srgbClr val="9700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4" name="Google Shape;344;p41"/>
            <p:cNvSpPr txBox="1"/>
            <p:nvPr/>
          </p:nvSpPr>
          <p:spPr>
            <a:xfrm>
              <a:off x="190500" y="190500"/>
              <a:ext cx="3667200" cy="1190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850">
                  <a:solidFill>
                    <a:srgbClr val="9700FF"/>
                  </a:solidFill>
                  <a:latin typeface="Arial"/>
                  <a:ea typeface="Arial"/>
                  <a:cs typeface="Arial"/>
                  <a:sym typeface="Arial"/>
                </a:rPr>
                <a:t>01. COMPUTATION &amp; TECH</a:t>
              </a:r>
              <a:endParaRPr b="1" sz="850">
                <a:solidFill>
                  <a:srgbClr val="9700FF"/>
                </a:solidFill>
                <a:latin typeface="Arial"/>
                <a:ea typeface="Arial"/>
                <a:cs typeface="Arial"/>
                <a:sym typeface="Arial"/>
              </a:endParaRPr>
            </a:p>
            <a:p>
              <a:pPr indent="0" lvl="0" marL="0" rtl="0" algn="l">
                <a:spcBef>
                  <a:spcPts val="225"/>
                </a:spcBef>
                <a:spcAft>
                  <a:spcPts val="0"/>
                </a:spcAft>
                <a:buNone/>
              </a:pPr>
              <a:r>
                <a:rPr b="1" lang="en" sz="1300">
                  <a:solidFill>
                    <a:srgbClr val="0F172A"/>
                  </a:solidFill>
                  <a:latin typeface="Arial Narrow"/>
                  <a:ea typeface="Arial Narrow"/>
                  <a:cs typeface="Arial Narrow"/>
                  <a:sym typeface="Arial Narrow"/>
                </a:rPr>
                <a:t>High Inference Costs</a:t>
              </a:r>
              <a:endParaRPr b="1" sz="1300">
                <a:solidFill>
                  <a:srgbClr val="0F172A"/>
                </a:solidFill>
                <a:latin typeface="Arial Narrow"/>
                <a:ea typeface="Arial Narrow"/>
                <a:cs typeface="Arial Narrow"/>
                <a:sym typeface="Arial Narrow"/>
              </a:endParaRPr>
            </a:p>
            <a:p>
              <a:pPr indent="0" lvl="0" marL="0" rtl="0" algn="l">
                <a:spcBef>
                  <a:spcPts val="225"/>
                </a:spcBef>
                <a:spcAft>
                  <a:spcPts val="225"/>
                </a:spcAft>
                <a:buNone/>
              </a:pPr>
              <a:r>
                <a:rPr b="0" lang="en" sz="1000">
                  <a:solidFill>
                    <a:srgbClr val="475569"/>
                  </a:solidFill>
                  <a:latin typeface="Arial"/>
                  <a:ea typeface="Arial"/>
                  <a:cs typeface="Arial"/>
                  <a:sym typeface="Arial"/>
                </a:rPr>
                <a:t>Processing unstructured text (like messy bank statements) using Large Language Models is computationally expensive and requires careful optimization.</a:t>
              </a:r>
              <a:endParaRPr b="0" sz="1000">
                <a:solidFill>
                  <a:srgbClr val="475569"/>
                </a:solidFill>
                <a:latin typeface="Arial"/>
                <a:ea typeface="Arial"/>
                <a:cs typeface="Arial"/>
                <a:sym typeface="Arial"/>
              </a:endParaRPr>
            </a:p>
          </p:txBody>
        </p:sp>
      </p:grpSp>
      <p:grpSp>
        <p:nvGrpSpPr>
          <p:cNvPr id="345" name="Google Shape;345;p41"/>
          <p:cNvGrpSpPr/>
          <p:nvPr/>
        </p:nvGrpSpPr>
        <p:grpSpPr>
          <a:xfrm>
            <a:off x="4695825" y="1285875"/>
            <a:ext cx="4048200" cy="1571700"/>
            <a:chOff x="0" y="0"/>
            <a:chExt cx="4048200" cy="1571700"/>
          </a:xfrm>
        </p:grpSpPr>
        <p:sp>
          <p:nvSpPr>
            <p:cNvPr id="346" name="Google Shape;346;p41"/>
            <p:cNvSpPr/>
            <p:nvPr/>
          </p:nvSpPr>
          <p:spPr>
            <a:xfrm>
              <a:off x="0" y="0"/>
              <a:ext cx="4048200" cy="1571700"/>
            </a:xfrm>
            <a:prstGeom prst="roundRect">
              <a:avLst>
                <a:gd fmla="val 4848"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7" name="Google Shape;347;p41"/>
            <p:cNvSpPr/>
            <p:nvPr/>
          </p:nvSpPr>
          <p:spPr>
            <a:xfrm>
              <a:off x="0" y="0"/>
              <a:ext cx="4048200" cy="38100"/>
            </a:xfrm>
            <a:prstGeom prst="roundRect">
              <a:avLst>
                <a:gd fmla="val 50000" name="adj"/>
              </a:avLst>
            </a:prstGeom>
            <a:solidFill>
              <a:srgbClr val="9700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8" name="Google Shape;348;p41"/>
            <p:cNvSpPr txBox="1"/>
            <p:nvPr/>
          </p:nvSpPr>
          <p:spPr>
            <a:xfrm>
              <a:off x="190500" y="190500"/>
              <a:ext cx="3667200" cy="1190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850">
                  <a:solidFill>
                    <a:srgbClr val="9700FF"/>
                  </a:solidFill>
                  <a:latin typeface="Arial"/>
                  <a:ea typeface="Arial"/>
                  <a:cs typeface="Arial"/>
                  <a:sym typeface="Arial"/>
                </a:rPr>
                <a:t>02. DATA EXTRACTION</a:t>
              </a:r>
              <a:endParaRPr b="1" sz="850">
                <a:solidFill>
                  <a:srgbClr val="9700FF"/>
                </a:solidFill>
                <a:latin typeface="Arial"/>
                <a:ea typeface="Arial"/>
                <a:cs typeface="Arial"/>
                <a:sym typeface="Arial"/>
              </a:endParaRPr>
            </a:p>
            <a:p>
              <a:pPr indent="0" lvl="0" marL="0" rtl="0" algn="l">
                <a:spcBef>
                  <a:spcPts val="225"/>
                </a:spcBef>
                <a:spcAft>
                  <a:spcPts val="0"/>
                </a:spcAft>
                <a:buNone/>
              </a:pPr>
              <a:r>
                <a:rPr b="1" lang="en" sz="1300">
                  <a:solidFill>
                    <a:srgbClr val="0F172A"/>
                  </a:solidFill>
                  <a:latin typeface="Arial Narrow"/>
                  <a:ea typeface="Arial Narrow"/>
                  <a:cs typeface="Arial Narrow"/>
                  <a:sym typeface="Arial Narrow"/>
                </a:rPr>
                <a:t>OCR Reliability</a:t>
              </a:r>
              <a:endParaRPr b="1" sz="1300">
                <a:solidFill>
                  <a:srgbClr val="0F172A"/>
                </a:solidFill>
                <a:latin typeface="Arial Narrow"/>
                <a:ea typeface="Arial Narrow"/>
                <a:cs typeface="Arial Narrow"/>
                <a:sym typeface="Arial Narrow"/>
              </a:endParaRPr>
            </a:p>
            <a:p>
              <a:pPr indent="0" lvl="0" marL="0" rtl="0" algn="l">
                <a:spcBef>
                  <a:spcPts val="225"/>
                </a:spcBef>
                <a:spcAft>
                  <a:spcPts val="225"/>
                </a:spcAft>
                <a:buNone/>
              </a:pPr>
              <a:r>
                <a:rPr b="0" lang="en" sz="1000">
                  <a:solidFill>
                    <a:srgbClr val="475569"/>
                  </a:solidFill>
                  <a:latin typeface="Arial"/>
                  <a:ea typeface="Arial"/>
                  <a:cs typeface="Arial"/>
                  <a:sym typeface="Arial"/>
                </a:rPr>
                <a:t>Dealing with low-quality, scanned, or handwritten documents can degrade text extraction accuracy, requiring robust fallback mechanisms.</a:t>
              </a:r>
              <a:endParaRPr b="0" sz="1000">
                <a:solidFill>
                  <a:srgbClr val="475569"/>
                </a:solidFill>
                <a:latin typeface="Arial"/>
                <a:ea typeface="Arial"/>
                <a:cs typeface="Arial"/>
                <a:sym typeface="Arial"/>
              </a:endParaRPr>
            </a:p>
          </p:txBody>
        </p:sp>
      </p:grpSp>
      <p:grpSp>
        <p:nvGrpSpPr>
          <p:cNvPr id="349" name="Google Shape;349;p41"/>
          <p:cNvGrpSpPr/>
          <p:nvPr/>
        </p:nvGrpSpPr>
        <p:grpSpPr>
          <a:xfrm>
            <a:off x="400050" y="3048000"/>
            <a:ext cx="4048200" cy="1571700"/>
            <a:chOff x="0" y="0"/>
            <a:chExt cx="4048200" cy="1571700"/>
          </a:xfrm>
        </p:grpSpPr>
        <p:sp>
          <p:nvSpPr>
            <p:cNvPr id="350" name="Google Shape;350;p41"/>
            <p:cNvSpPr/>
            <p:nvPr/>
          </p:nvSpPr>
          <p:spPr>
            <a:xfrm>
              <a:off x="0" y="0"/>
              <a:ext cx="4048200" cy="1571700"/>
            </a:xfrm>
            <a:prstGeom prst="roundRect">
              <a:avLst>
                <a:gd fmla="val 4848"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1" name="Google Shape;351;p41"/>
            <p:cNvSpPr/>
            <p:nvPr/>
          </p:nvSpPr>
          <p:spPr>
            <a:xfrm>
              <a:off x="0" y="0"/>
              <a:ext cx="4048200" cy="38100"/>
            </a:xfrm>
            <a:prstGeom prst="roundRect">
              <a:avLst>
                <a:gd fmla="val 50000" name="adj"/>
              </a:avLst>
            </a:prstGeom>
            <a:solidFill>
              <a:srgbClr val="9700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2" name="Google Shape;352;p41"/>
            <p:cNvSpPr txBox="1"/>
            <p:nvPr/>
          </p:nvSpPr>
          <p:spPr>
            <a:xfrm>
              <a:off x="190500" y="190500"/>
              <a:ext cx="3667200" cy="1190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850">
                  <a:solidFill>
                    <a:srgbClr val="9700FF"/>
                  </a:solidFill>
                  <a:latin typeface="Arial"/>
                  <a:ea typeface="Arial"/>
                  <a:cs typeface="Arial"/>
                  <a:sym typeface="Arial"/>
                </a:rPr>
                <a:t>03. RISK MODELING</a:t>
              </a:r>
              <a:endParaRPr b="1" sz="850">
                <a:solidFill>
                  <a:srgbClr val="9700FF"/>
                </a:solidFill>
                <a:latin typeface="Arial"/>
                <a:ea typeface="Arial"/>
                <a:cs typeface="Arial"/>
                <a:sym typeface="Arial"/>
              </a:endParaRPr>
            </a:p>
            <a:p>
              <a:pPr indent="0" lvl="0" marL="0" rtl="0" algn="l">
                <a:spcBef>
                  <a:spcPts val="225"/>
                </a:spcBef>
                <a:spcAft>
                  <a:spcPts val="0"/>
                </a:spcAft>
                <a:buNone/>
              </a:pPr>
              <a:r>
                <a:rPr b="1" lang="en" sz="1300">
                  <a:solidFill>
                    <a:srgbClr val="0F172A"/>
                  </a:solidFill>
                  <a:latin typeface="Arial Narrow"/>
                  <a:ea typeface="Arial Narrow"/>
                  <a:cs typeface="Arial Narrow"/>
                  <a:sym typeface="Arial Narrow"/>
                </a:rPr>
                <a:t>Model Drift</a:t>
              </a:r>
              <a:endParaRPr b="1" sz="1300">
                <a:solidFill>
                  <a:srgbClr val="0F172A"/>
                </a:solidFill>
                <a:latin typeface="Arial Narrow"/>
                <a:ea typeface="Arial Narrow"/>
                <a:cs typeface="Arial Narrow"/>
                <a:sym typeface="Arial Narrow"/>
              </a:endParaRPr>
            </a:p>
            <a:p>
              <a:pPr indent="0" lvl="0" marL="0" rtl="0" algn="l">
                <a:spcBef>
                  <a:spcPts val="225"/>
                </a:spcBef>
                <a:spcAft>
                  <a:spcPts val="225"/>
                </a:spcAft>
                <a:buNone/>
              </a:pPr>
              <a:r>
                <a:rPr b="0" lang="en" sz="1000">
                  <a:solidFill>
                    <a:srgbClr val="475569"/>
                  </a:solidFill>
                  <a:latin typeface="Arial"/>
                  <a:ea typeface="Arial"/>
                  <a:cs typeface="Arial"/>
                  <a:sym typeface="Arial"/>
                </a:rPr>
                <a:t>The machine learning model (XGBoost) isn't "set and forget." It requires continuous retraining with fresh market data so its predictions remain accurate over time.</a:t>
              </a:r>
              <a:endParaRPr b="0" sz="1000">
                <a:solidFill>
                  <a:srgbClr val="475569"/>
                </a:solidFill>
                <a:latin typeface="Arial"/>
                <a:ea typeface="Arial"/>
                <a:cs typeface="Arial"/>
                <a:sym typeface="Arial"/>
              </a:endParaRPr>
            </a:p>
          </p:txBody>
        </p:sp>
      </p:grpSp>
      <p:grpSp>
        <p:nvGrpSpPr>
          <p:cNvPr id="353" name="Google Shape;353;p41"/>
          <p:cNvGrpSpPr/>
          <p:nvPr/>
        </p:nvGrpSpPr>
        <p:grpSpPr>
          <a:xfrm>
            <a:off x="4695825" y="3048000"/>
            <a:ext cx="4048200" cy="1571700"/>
            <a:chOff x="0" y="0"/>
            <a:chExt cx="4048200" cy="1571700"/>
          </a:xfrm>
        </p:grpSpPr>
        <p:sp>
          <p:nvSpPr>
            <p:cNvPr id="354" name="Google Shape;354;p41"/>
            <p:cNvSpPr/>
            <p:nvPr/>
          </p:nvSpPr>
          <p:spPr>
            <a:xfrm>
              <a:off x="0" y="0"/>
              <a:ext cx="4048200" cy="1571700"/>
            </a:xfrm>
            <a:prstGeom prst="roundRect">
              <a:avLst>
                <a:gd fmla="val 4848"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5" name="Google Shape;355;p41"/>
            <p:cNvSpPr/>
            <p:nvPr/>
          </p:nvSpPr>
          <p:spPr>
            <a:xfrm>
              <a:off x="0" y="0"/>
              <a:ext cx="4048200" cy="38100"/>
            </a:xfrm>
            <a:prstGeom prst="roundRect">
              <a:avLst>
                <a:gd fmla="val 50000" name="adj"/>
              </a:avLst>
            </a:prstGeom>
            <a:solidFill>
              <a:srgbClr val="9700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6" name="Google Shape;356;p41"/>
            <p:cNvSpPr txBox="1"/>
            <p:nvPr/>
          </p:nvSpPr>
          <p:spPr>
            <a:xfrm>
              <a:off x="190500" y="190500"/>
              <a:ext cx="3667200" cy="1190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850">
                  <a:solidFill>
                    <a:srgbClr val="9700FF"/>
                  </a:solidFill>
                  <a:latin typeface="Arial"/>
                  <a:ea typeface="Arial"/>
                  <a:cs typeface="Arial"/>
                  <a:sym typeface="Arial"/>
                </a:rPr>
                <a:t>04. COMPLIANCE &amp; FINANCE</a:t>
              </a:r>
              <a:endParaRPr b="1" sz="850">
                <a:solidFill>
                  <a:srgbClr val="9700FF"/>
                </a:solidFill>
                <a:latin typeface="Arial"/>
                <a:ea typeface="Arial"/>
                <a:cs typeface="Arial"/>
                <a:sym typeface="Arial"/>
              </a:endParaRPr>
            </a:p>
            <a:p>
              <a:pPr indent="0" lvl="0" marL="0" rtl="0" algn="l">
                <a:spcBef>
                  <a:spcPts val="225"/>
                </a:spcBef>
                <a:spcAft>
                  <a:spcPts val="0"/>
                </a:spcAft>
                <a:buNone/>
              </a:pPr>
              <a:r>
                <a:rPr b="1" lang="en" sz="1300">
                  <a:solidFill>
                    <a:srgbClr val="0F172A"/>
                  </a:solidFill>
                  <a:latin typeface="Arial Narrow"/>
                  <a:ea typeface="Arial Narrow"/>
                  <a:cs typeface="Arial Narrow"/>
                  <a:sym typeface="Arial Narrow"/>
                </a:rPr>
                <a:t>Regulatory Hurdles</a:t>
              </a:r>
              <a:endParaRPr b="1" sz="1300">
                <a:solidFill>
                  <a:srgbClr val="0F172A"/>
                </a:solidFill>
                <a:latin typeface="Arial Narrow"/>
                <a:ea typeface="Arial Narrow"/>
                <a:cs typeface="Arial Narrow"/>
                <a:sym typeface="Arial Narrow"/>
              </a:endParaRPr>
            </a:p>
            <a:p>
              <a:pPr indent="0" lvl="0" marL="0" rtl="0" algn="l">
                <a:spcBef>
                  <a:spcPts val="225"/>
                </a:spcBef>
                <a:spcAft>
                  <a:spcPts val="225"/>
                </a:spcAft>
                <a:buNone/>
              </a:pPr>
              <a:r>
                <a:rPr b="0" lang="en" sz="1000">
                  <a:solidFill>
                    <a:srgbClr val="475569"/>
                  </a:solidFill>
                  <a:latin typeface="Arial"/>
                  <a:ea typeface="Arial"/>
                  <a:cs typeface="Arial"/>
                  <a:sym typeface="Arial"/>
                </a:rPr>
                <a:t>Navigating the financial landscape without a license means we must operate as a Technology Service Provider, requiring strategic partnerships with licensed NBFCs.</a:t>
              </a:r>
              <a:endParaRPr b="0" sz="1000">
                <a:solidFill>
                  <a:srgbClr val="475569"/>
                </a:solidFill>
                <a:latin typeface="Arial"/>
                <a:ea typeface="Arial"/>
                <a:cs typeface="Arial"/>
                <a:sym typeface="Arial"/>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42"/>
          <p:cNvSpPr/>
          <p:nvPr/>
        </p:nvSpPr>
        <p:spPr>
          <a:xfrm>
            <a:off x="0" y="0"/>
            <a:ext cx="9144000" cy="5143500"/>
          </a:xfrm>
          <a:prstGeom prst="rect">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362" name="Google Shape;362;p42"/>
          <p:cNvPicPr preferRelativeResize="0"/>
          <p:nvPr/>
        </p:nvPicPr>
        <p:blipFill rotWithShape="1">
          <a:blip r:embed="rId3">
            <a:alphaModFix/>
          </a:blip>
          <a:srcRect b="17325" l="0" r="0" t="17325"/>
          <a:stretch/>
        </p:blipFill>
        <p:spPr>
          <a:xfrm>
            <a:off x="-2" y="4849587"/>
            <a:ext cx="9153000" cy="81000"/>
          </a:xfrm>
          <a:prstGeom prst="rect">
            <a:avLst/>
          </a:prstGeom>
          <a:noFill/>
          <a:ln>
            <a:noFill/>
          </a:ln>
        </p:spPr>
      </p:pic>
      <p:pic>
        <p:nvPicPr>
          <p:cNvPr id="363" name="Google Shape;363;p42"/>
          <p:cNvPicPr preferRelativeResize="0"/>
          <p:nvPr/>
        </p:nvPicPr>
        <p:blipFill rotWithShape="1">
          <a:blip r:embed="rId4">
            <a:alphaModFix/>
          </a:blip>
          <a:srcRect b="0" l="0" r="0" t="0"/>
          <a:stretch/>
        </p:blipFill>
        <p:spPr>
          <a:xfrm>
            <a:off x="-2" y="971845"/>
            <a:ext cx="3348900" cy="77700"/>
          </a:xfrm>
          <a:prstGeom prst="rect">
            <a:avLst/>
          </a:prstGeom>
          <a:noFill/>
          <a:ln>
            <a:noFill/>
          </a:ln>
        </p:spPr>
      </p:pic>
      <p:pic>
        <p:nvPicPr>
          <p:cNvPr id="364" name="Google Shape;364;p42"/>
          <p:cNvPicPr preferRelativeResize="0"/>
          <p:nvPr/>
        </p:nvPicPr>
        <p:blipFill rotWithShape="1">
          <a:blip r:embed="rId5">
            <a:alphaModFix/>
          </a:blip>
          <a:srcRect b="0" l="0" r="0" t="0"/>
          <a:stretch/>
        </p:blipFill>
        <p:spPr>
          <a:xfrm>
            <a:off x="7559040" y="304463"/>
            <a:ext cx="1333500" cy="509700"/>
          </a:xfrm>
          <a:prstGeom prst="rect">
            <a:avLst/>
          </a:prstGeom>
          <a:noFill/>
          <a:ln>
            <a:noFill/>
          </a:ln>
        </p:spPr>
      </p:pic>
      <p:sp>
        <p:nvSpPr>
          <p:cNvPr id="365" name="Google Shape;365;p42"/>
          <p:cNvSpPr txBox="1"/>
          <p:nvPr/>
        </p:nvSpPr>
        <p:spPr>
          <a:xfrm>
            <a:off x="331470" y="262415"/>
            <a:ext cx="6995100" cy="6981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3300">
                <a:solidFill>
                  <a:srgbClr val="000000"/>
                </a:solidFill>
                <a:latin typeface="Arial Narrow"/>
                <a:ea typeface="Arial Narrow"/>
                <a:cs typeface="Arial Narrow"/>
                <a:sym typeface="Arial Narrow"/>
              </a:rPr>
              <a:t>Conclusion &amp; Future Work</a:t>
            </a:r>
            <a:endParaRPr b="1" sz="3300">
              <a:solidFill>
                <a:srgbClr val="000000"/>
              </a:solidFill>
              <a:latin typeface="Arial Narrow"/>
              <a:ea typeface="Arial Narrow"/>
              <a:cs typeface="Arial Narrow"/>
              <a:sym typeface="Arial Narrow"/>
            </a:endParaRPr>
          </a:p>
        </p:txBody>
      </p:sp>
      <p:grpSp>
        <p:nvGrpSpPr>
          <p:cNvPr id="366" name="Google Shape;366;p42"/>
          <p:cNvGrpSpPr/>
          <p:nvPr/>
        </p:nvGrpSpPr>
        <p:grpSpPr>
          <a:xfrm>
            <a:off x="400050" y="1285875"/>
            <a:ext cx="4048200" cy="3238500"/>
            <a:chOff x="0" y="0"/>
            <a:chExt cx="4048200" cy="3238500"/>
          </a:xfrm>
        </p:grpSpPr>
        <p:sp>
          <p:nvSpPr>
            <p:cNvPr id="367" name="Google Shape;367;p42"/>
            <p:cNvSpPr/>
            <p:nvPr/>
          </p:nvSpPr>
          <p:spPr>
            <a:xfrm>
              <a:off x="0" y="0"/>
              <a:ext cx="4048200" cy="3238500"/>
            </a:xfrm>
            <a:prstGeom prst="roundRect">
              <a:avLst>
                <a:gd fmla="val 2352"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8" name="Google Shape;368;p42"/>
            <p:cNvSpPr/>
            <p:nvPr/>
          </p:nvSpPr>
          <p:spPr>
            <a:xfrm>
              <a:off x="0" y="0"/>
              <a:ext cx="4048200" cy="38100"/>
            </a:xfrm>
            <a:prstGeom prst="roundRect">
              <a:avLst>
                <a:gd fmla="val 50000" name="adj"/>
              </a:avLst>
            </a:prstGeom>
            <a:solidFill>
              <a:srgbClr val="9700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9" name="Google Shape;369;p42"/>
            <p:cNvSpPr txBox="1"/>
            <p:nvPr/>
          </p:nvSpPr>
          <p:spPr>
            <a:xfrm>
              <a:off x="190500" y="190500"/>
              <a:ext cx="3667200" cy="2857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950">
                  <a:solidFill>
                    <a:srgbClr val="9700FF"/>
                  </a:solidFill>
                  <a:latin typeface="Arial"/>
                  <a:ea typeface="Arial"/>
                  <a:cs typeface="Arial"/>
                  <a:sym typeface="Arial"/>
                </a:rPr>
                <a:t>01. CONCLUSION</a:t>
              </a:r>
              <a:endParaRPr b="1" sz="950">
                <a:solidFill>
                  <a:srgbClr val="9700FF"/>
                </a:solidFill>
                <a:latin typeface="Arial"/>
                <a:ea typeface="Arial"/>
                <a:cs typeface="Arial"/>
                <a:sym typeface="Arial"/>
              </a:endParaRPr>
            </a:p>
            <a:p>
              <a:pPr indent="0" lvl="0" marL="0" rtl="0" algn="l">
                <a:spcBef>
                  <a:spcPts val="450"/>
                </a:spcBef>
                <a:spcAft>
                  <a:spcPts val="0"/>
                </a:spcAft>
                <a:buNone/>
              </a:pPr>
              <a:r>
                <a:rPr b="1" lang="en" sz="1500">
                  <a:solidFill>
                    <a:srgbClr val="0F172A"/>
                  </a:solidFill>
                  <a:latin typeface="Arial Narrow"/>
                  <a:ea typeface="Arial Narrow"/>
                  <a:cs typeface="Arial Narrow"/>
                  <a:sym typeface="Arial Narrow"/>
                </a:rPr>
                <a:t>Summary</a:t>
              </a:r>
              <a:endParaRPr b="1" sz="1500">
                <a:solidFill>
                  <a:srgbClr val="0F172A"/>
                </a:solidFill>
                <a:latin typeface="Arial Narrow"/>
                <a:ea typeface="Arial Narrow"/>
                <a:cs typeface="Arial Narrow"/>
                <a:sym typeface="Arial Narrow"/>
              </a:endParaRPr>
            </a:p>
            <a:p>
              <a:pPr indent="0" lvl="0" marL="0" rtl="0" algn="l">
                <a:spcBef>
                  <a:spcPts val="600"/>
                </a:spcBef>
                <a:spcAft>
                  <a:spcPts val="0"/>
                </a:spcAft>
                <a:buNone/>
              </a:pPr>
              <a:r>
                <a:rPr b="0" lang="en" sz="1000">
                  <a:solidFill>
                    <a:srgbClr val="475569"/>
                  </a:solidFill>
                  <a:latin typeface="Arial"/>
                  <a:ea typeface="Arial"/>
                  <a:cs typeface="Arial"/>
                  <a:sym typeface="Arial"/>
                </a:rPr>
                <a:t>Credixa successfully bridges a massive financing gap by democratizing credit for students. By leveraging AI to evaluate non-traditional data, we have built a fast, fair, and completely transparent BNPL ecosystem that empowers students while keeping institutional partners secure.</a:t>
              </a:r>
              <a:endParaRPr b="0" sz="1000">
                <a:solidFill>
                  <a:srgbClr val="475569"/>
                </a:solidFill>
                <a:latin typeface="Arial"/>
                <a:ea typeface="Arial"/>
                <a:cs typeface="Arial"/>
                <a:sym typeface="Arial"/>
              </a:endParaRPr>
            </a:p>
          </p:txBody>
        </p:sp>
      </p:grpSp>
      <p:grpSp>
        <p:nvGrpSpPr>
          <p:cNvPr id="370" name="Google Shape;370;p42"/>
          <p:cNvGrpSpPr/>
          <p:nvPr/>
        </p:nvGrpSpPr>
        <p:grpSpPr>
          <a:xfrm>
            <a:off x="4695825" y="1285875"/>
            <a:ext cx="4048200" cy="3238500"/>
            <a:chOff x="0" y="0"/>
            <a:chExt cx="4048200" cy="3238500"/>
          </a:xfrm>
        </p:grpSpPr>
        <p:sp>
          <p:nvSpPr>
            <p:cNvPr id="371" name="Google Shape;371;p42"/>
            <p:cNvSpPr/>
            <p:nvPr/>
          </p:nvSpPr>
          <p:spPr>
            <a:xfrm>
              <a:off x="0" y="0"/>
              <a:ext cx="4048200" cy="3238500"/>
            </a:xfrm>
            <a:prstGeom prst="roundRect">
              <a:avLst>
                <a:gd fmla="val 2352"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2" name="Google Shape;372;p42"/>
            <p:cNvSpPr/>
            <p:nvPr/>
          </p:nvSpPr>
          <p:spPr>
            <a:xfrm>
              <a:off x="0" y="0"/>
              <a:ext cx="4048200" cy="38100"/>
            </a:xfrm>
            <a:prstGeom prst="roundRect">
              <a:avLst>
                <a:gd fmla="val 50000" name="adj"/>
              </a:avLst>
            </a:prstGeom>
            <a:solidFill>
              <a:srgbClr val="9700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3" name="Google Shape;373;p42"/>
            <p:cNvSpPr txBox="1"/>
            <p:nvPr/>
          </p:nvSpPr>
          <p:spPr>
            <a:xfrm>
              <a:off x="190500" y="190500"/>
              <a:ext cx="3667200" cy="2857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950">
                  <a:solidFill>
                    <a:srgbClr val="9700FF"/>
                  </a:solidFill>
                  <a:latin typeface="Arial"/>
                  <a:ea typeface="Arial"/>
                  <a:cs typeface="Arial"/>
                  <a:sym typeface="Arial"/>
                </a:rPr>
                <a:t>02. FUTURE WORK</a:t>
              </a:r>
              <a:endParaRPr b="1" sz="950">
                <a:solidFill>
                  <a:srgbClr val="9700FF"/>
                </a:solidFill>
                <a:latin typeface="Arial"/>
                <a:ea typeface="Arial"/>
                <a:cs typeface="Arial"/>
                <a:sym typeface="Arial"/>
              </a:endParaRPr>
            </a:p>
            <a:p>
              <a:pPr indent="0" lvl="0" marL="0" rtl="0" algn="l">
                <a:spcBef>
                  <a:spcPts val="450"/>
                </a:spcBef>
                <a:spcAft>
                  <a:spcPts val="0"/>
                </a:spcAft>
                <a:buNone/>
              </a:pPr>
              <a:r>
                <a:rPr b="1" lang="en" sz="1500">
                  <a:solidFill>
                    <a:srgbClr val="0F172A"/>
                  </a:solidFill>
                  <a:latin typeface="Arial Narrow"/>
                  <a:ea typeface="Arial Narrow"/>
                  <a:cs typeface="Arial Narrow"/>
                  <a:sym typeface="Arial Narrow"/>
                </a:rPr>
                <a:t>Enhancements</a:t>
              </a:r>
              <a:endParaRPr b="1" sz="1500">
                <a:solidFill>
                  <a:srgbClr val="0F172A"/>
                </a:solidFill>
                <a:latin typeface="Arial Narrow"/>
                <a:ea typeface="Arial Narrow"/>
                <a:cs typeface="Arial Narrow"/>
                <a:sym typeface="Arial Narrow"/>
              </a:endParaRPr>
            </a:p>
            <a:p>
              <a:pPr indent="-292100" lvl="0" marL="457200" rtl="0" algn="l">
                <a:spcBef>
                  <a:spcPts val="900"/>
                </a:spcBef>
                <a:spcAft>
                  <a:spcPts val="0"/>
                </a:spcAft>
                <a:buClr>
                  <a:srgbClr val="475569"/>
                </a:buClr>
                <a:buSzPts val="1000"/>
                <a:buFont typeface="Arial"/>
                <a:buChar char="●"/>
              </a:pPr>
              <a:r>
                <a:rPr b="1" lang="en" sz="1000">
                  <a:solidFill>
                    <a:srgbClr val="475569"/>
                  </a:solidFill>
                  <a:latin typeface="Arial"/>
                  <a:ea typeface="Arial"/>
                  <a:cs typeface="Arial"/>
                  <a:sym typeface="Arial"/>
                </a:rPr>
                <a:t>Open Banking Integration:</a:t>
              </a:r>
              <a:r>
                <a:rPr b="0" lang="en" sz="1000">
                  <a:solidFill>
                    <a:srgbClr val="475569"/>
                  </a:solidFill>
                  <a:latin typeface="Arial"/>
                  <a:ea typeface="Arial"/>
                  <a:cs typeface="Arial"/>
                  <a:sym typeface="Arial"/>
                </a:rPr>
                <a:t> Moving away from PDF uploads to direct API-based Account Aggregators for real-time bank data streaming.</a:t>
              </a:r>
              <a:endParaRPr b="0" sz="1000">
                <a:solidFill>
                  <a:srgbClr val="475569"/>
                </a:solidFill>
                <a:latin typeface="Arial"/>
                <a:ea typeface="Arial"/>
                <a:cs typeface="Arial"/>
                <a:sym typeface="Arial"/>
              </a:endParaRPr>
            </a:p>
            <a:p>
              <a:pPr indent="-292100" lvl="0" marL="457200" rtl="0" algn="l">
                <a:spcBef>
                  <a:spcPts val="600"/>
                </a:spcBef>
                <a:spcAft>
                  <a:spcPts val="0"/>
                </a:spcAft>
                <a:buClr>
                  <a:srgbClr val="475569"/>
                </a:buClr>
                <a:buSzPts val="1000"/>
                <a:buFont typeface="Arial"/>
                <a:buChar char="●"/>
              </a:pPr>
              <a:r>
                <a:rPr b="1" lang="en" sz="1000">
                  <a:solidFill>
                    <a:srgbClr val="475569"/>
                  </a:solidFill>
                  <a:latin typeface="Arial"/>
                  <a:ea typeface="Arial"/>
                  <a:cs typeface="Arial"/>
                  <a:sym typeface="Arial"/>
                </a:rPr>
                <a:t>Mobile Expansion:</a:t>
              </a:r>
              <a:r>
                <a:rPr b="0" lang="en" sz="1000">
                  <a:solidFill>
                    <a:srgbClr val="475569"/>
                  </a:solidFill>
                  <a:latin typeface="Arial"/>
                  <a:ea typeface="Arial"/>
                  <a:cs typeface="Arial"/>
                  <a:sym typeface="Arial"/>
                </a:rPr>
                <a:t> Developing a native mobile application (using React Native) for iOS and Android to reach users where they are.</a:t>
              </a:r>
              <a:endParaRPr b="0" sz="1000">
                <a:solidFill>
                  <a:srgbClr val="475569"/>
                </a:solidFill>
                <a:latin typeface="Arial"/>
                <a:ea typeface="Arial"/>
                <a:cs typeface="Arial"/>
                <a:sym typeface="Arial"/>
              </a:endParaRPr>
            </a:p>
            <a:p>
              <a:pPr indent="-292100" lvl="0" marL="457200" rtl="0" algn="l">
                <a:spcBef>
                  <a:spcPts val="600"/>
                </a:spcBef>
                <a:spcAft>
                  <a:spcPts val="600"/>
                </a:spcAft>
                <a:buClr>
                  <a:srgbClr val="475569"/>
                </a:buClr>
                <a:buSzPts val="1000"/>
                <a:buFont typeface="Arial"/>
                <a:buChar char="●"/>
              </a:pPr>
              <a:r>
                <a:rPr b="1" lang="en" sz="1000">
                  <a:solidFill>
                    <a:srgbClr val="475569"/>
                  </a:solidFill>
                  <a:latin typeface="Arial"/>
                  <a:ea typeface="Arial"/>
                  <a:cs typeface="Arial"/>
                  <a:sym typeface="Arial"/>
                </a:rPr>
                <a:t>Automated CI/CD:</a:t>
              </a:r>
              <a:r>
                <a:rPr b="0" lang="en" sz="1000">
                  <a:solidFill>
                    <a:srgbClr val="475569"/>
                  </a:solidFill>
                  <a:latin typeface="Arial"/>
                  <a:ea typeface="Arial"/>
                  <a:cs typeface="Arial"/>
                  <a:sym typeface="Arial"/>
                </a:rPr>
                <a:t> Implementing robust GitHub Actions pipelines to automate testing and deployments for faster and safer rollouts.</a:t>
              </a:r>
              <a:endParaRPr b="0" sz="1000">
                <a:solidFill>
                  <a:srgbClr val="475569"/>
                </a:solidFill>
                <a:latin typeface="Arial"/>
                <a:ea typeface="Arial"/>
                <a:cs typeface="Arial"/>
                <a:sym typeface="Arial"/>
              </a:endParaRPr>
            </a:p>
          </p:txBody>
        </p:sp>
      </p:grpSp>
    </p:spTree>
  </p:cSld>
  <p:clrMapOvr>
    <a:masterClrMapping/>
  </p:clrMapOvr>
</p:sld>
</file>

<file path=ppt/theme/theme1.xml><?xml version="1.0" encoding="utf-8"?>
<a:theme xmlns:a="http://schemas.openxmlformats.org/drawingml/2006/main" xmlns:r="http://schemas.openxmlformats.org/officeDocument/2006/relationships" name="Capstone Meeting">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apstone Meeting">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